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1" r:id="rId4"/>
    <p:sldId id="263" r:id="rId5"/>
    <p:sldId id="264" r:id="rId6"/>
    <p:sldId id="266" r:id="rId7"/>
    <p:sldId id="267" r:id="rId8"/>
    <p:sldId id="269" r:id="rId9"/>
    <p:sldId id="270" r:id="rId10"/>
    <p:sldId id="272" r:id="rId11"/>
    <p:sldId id="273" r:id="rId12"/>
    <p:sldId id="275" r:id="rId13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5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95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0"/>
          <p:cNvSpPr/>
          <p:nvPr/>
        </p:nvSpPr>
        <p:spPr>
          <a:xfrm>
            <a:off x="4457065" y="2966447"/>
            <a:ext cx="7715885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Linking </a:t>
            </a:r>
            <a:r>
              <a:rPr lang="zh-CN" alt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回课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Modularity &amp; Separate Compilation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模块化编译的优势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120140" y="3669665"/>
            <a:ext cx="2761615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Linker让程序可以按模块独立编译，每个模块可以单独开发和维护。改动一个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.c 文件只需重译该文件并重新 link，节省编译时间，提高开发效率。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5796598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模块边界与符号边界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4755515" y="3669665"/>
            <a:ext cx="2761615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模块边界由符号边界定义。通过符号解析，Linker 可以将不同模块的代码和数据整合在一起，形成完整的程序。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943356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模块化与效率的平衡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8395970" y="3669665"/>
            <a:ext cx="2761615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模块化设计不仅提高了代码的可维护性，还通过独立编译减少了不必要的重复编译，显著提升了开发效率。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968" y="1764348"/>
            <a:ext cx="789432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Space-Efficient Libraries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08025" y="3200400"/>
            <a:ext cx="65830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Static vs Dynamic Libraries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08025" y="4904105"/>
            <a:ext cx="1077595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Static libraries 把代码直接嵌入每个可执行文件，浪费空间；Dynamic libraries 在内存中共享一份代码，显著节省磁盘和内存空间。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vs External vs Local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8" name="Text 3"/>
          <p:cNvSpPr/>
          <p:nvPr/>
        </p:nvSpPr>
        <p:spPr>
          <a:xfrm>
            <a:off x="1127760" y="2645410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Symbols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symbols are defined in a module and can be referenced by other modules. They include non-static functions and initialized global variables.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28210" y="2085975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External Symbols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External symbols are referenced in a module but defined elsewhere. They are typically declared with extern and are resolved during linking.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328025" y="2777490"/>
            <a:ext cx="285369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Symbols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symbols are defined and referenced only within the same module. They include static functions and variables and are not visible to other modules.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000"/>
          </a:blip>
          <a:srcRect l="4" t="11111" r="18329"/>
          <a:stretch/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Strong 与 Weak 符号规则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722755" y="1976755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Strong Symbols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Strong symbols include initialized global variables and functions. They must be unique; multiple definitions cause linker errors.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722755" y="4004945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Weak Symbols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Weak symbols, such as uninitialized global variables, can coexist with strong symbols. The linker prefers strong symbols when resolving references.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732155" y="905510"/>
            <a:ext cx="1064958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Command-Line Order 为何重要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484630" y="2601595"/>
            <a:ext cx="426656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Linker 扫描顺序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484630" y="2987040"/>
            <a:ext cx="3596640" cy="296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Linker 从左到右单趟扫描命令行中的文件。符号一旦被解析，后续同名定义不会被更新，可能导致未解析的引用错误。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997383" y="2472531"/>
            <a:ext cx="3709987" cy="258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 err="1"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036435" y="3023870"/>
            <a:ext cx="3596640" cy="276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为了确保符号正确解析，建议将静态库放在命令行的最右侧，动态库可以放在右侧或由动态链接器二次扫描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81660" y="532130"/>
            <a:ext cx="1096645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头文件与 static 组合防错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303655" y="17405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static 减少污染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125220" y="21558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尽量使用 static 修饰符，减少全局符号的污染，避免命名冲突。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303655" y="42748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集中声明公共符号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25220" y="47790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将公共符号声明集中写入头文件，并在定义文件中 include，确保代码的自包含性。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57720" y="17405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extern 避免隐式定义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00875" y="21558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在头文件中使用 extern 声明全局变量，避免因漏写修饰符而导致的隐式定义问题。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57720" y="42748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明确函数参数类型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000875" y="47790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B93BFB-A0BB-6D47-8AB0-A32D0AD93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347" y="4777545"/>
            <a:ext cx="4804387" cy="1059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30860" y="1240155"/>
            <a:ext cx="1116965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Section Merging &amp; Address Assignment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1449070" y="2801620"/>
            <a:ext cx="371221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Section 合并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612265" y="3384550"/>
            <a:ext cx="3385820" cy="239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Linker 将多个 .o 文件的同名 section 拼接成输出段，例如将 main.o 和 sum.o 的 .text 段合并。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414260" y="2801620"/>
            <a:ext cx="371221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地址分配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556500" y="3384550"/>
            <a:ext cx="3385820" cy="225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为每个合并后的 section 分配运行时地址，确保符号的 value 字段更新，为引用修补做好准备。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1020" y="532130"/>
            <a:ext cx="1047940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 Patching with Rela Entry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Relocation Entry 结构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Relocation entry 包含 offset、info 和 addend，用于指导 Linker 如何修补引用。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2105025" y="3331845"/>
            <a:ext cx="7706360" cy="37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绝对寻址与相对寻址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R_X86_64_32 用于绝对寻址，R_X86_64_PC32 用于相对寻址。Linker 根据这些类型计算最终地址。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修补引用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Linker 根据 relocation entry 的信息，将符号的地址填入代码中，完成引用的修补。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830" y="753110"/>
            <a:ext cx="1064958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Static Archive 制作与拉取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31770" y="23685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1830" y="325628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Static Library 制作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29348" y="3678555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ar 工具将多个 .o 文件打包成静态库 (.a)，并生成索引，方便链接时快速查找。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599805" y="23685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39865" y="325628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链接时拉取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997383" y="3678555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链接时，Linker 从静态库中拉取所需的 .o 文件，仅包含实际使用的代码，适合离线和单文件部署。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</p:sp>
      <p:sp>
        <p:nvSpPr>
          <p:cNvPr id="3" name="Text 1"/>
          <p:cNvSpPr/>
          <p:nvPr/>
        </p:nvSpPr>
        <p:spPr>
          <a:xfrm>
            <a:off x="88011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</p:sp>
      <p:sp>
        <p:nvSpPr>
          <p:cNvPr id="5" name="Text 3"/>
          <p:cNvSpPr/>
          <p:nvPr/>
        </p:nvSpPr>
        <p:spPr>
          <a:xfrm>
            <a:off x="635762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2155" y="753110"/>
            <a:ext cx="1064958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Linking 过程速览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882265" y="23685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05510" y="32721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Load-Time Dynamic Linking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63345" y="36944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在程序加载时，由动态链接器自动完成动态链接，包括映射 .so 文件、重定位和设置 PLT/GOT。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416925" y="23685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353810" y="32721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Run-Time Dynamic Linking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11645" y="36944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dlopen 和 dlsym 在运行时动态加载库，适用于插件加载和热升级。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856298" y="657860"/>
            <a:ext cx="10479405" cy="745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库的插桩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866775" y="2830195"/>
            <a:ext cx="2853690" cy="7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Compile-Time Interposition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通过宏替换将标准函数调用替换为自定义函数，适用于有源代码的情况。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655820" y="3248025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Link-Time Interposition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--wrap 选项在链接时重定向符号解析，适用于静态链接。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544685" y="204152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444865" y="2809875"/>
            <a:ext cx="2853690" cy="7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Run-Time Interposition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LD_PRELOAD 在运行时加载自定义库，拦截函数调用，适用于动态链接。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449</Words>
  <Application>Microsoft Macintosh PowerPoint</Application>
  <PresentationFormat>宽屏</PresentationFormat>
  <Paragraphs>86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MiSans</vt:lpstr>
      <vt:lpstr>Arial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Linking 重难点精讲</dc:title>
  <dc:subject>Linking 重难点精讲</dc:subject>
  <dc:creator>Kimi</dc:creator>
  <cp:lastModifiedBy>Microsoft Office User</cp:lastModifiedBy>
  <cp:revision>9</cp:revision>
  <dcterms:created xsi:type="dcterms:W3CDTF">2025-11-12T08:32:28Z</dcterms:created>
  <dcterms:modified xsi:type="dcterms:W3CDTF">2025-11-12T10:16:54Z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{"Label":"Linking 重难点精讲","ContentProducer":"001191110108MACG2KBH8F10000","ProduceID":"d4a413n2ekfhoeueu0e0","ReservedCode1":"","ContentPropagator":"001191110108MACG2KBH8F20000","PropagateID":"d4a413n2ekfhoeueu0e0","ReservedCode2":""}</vt:lpwstr>
  </property>
</Properties>
</file>