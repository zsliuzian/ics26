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2403C-70D7-4C46-A5DC-75CFF6E39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7A07E3-9317-4DA6-9049-0C53129CF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40674-14E4-476E-8E59-A5141468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8510BC-CBC7-49AC-A8D7-10FB0FF3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EB885-2F9A-4D63-A35C-6268FE5F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71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C192C-8390-465C-9F89-931501BF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5DC70-95D1-4EC5-935E-83B34BE21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4007AD-2A5B-4803-8E6F-E26C3DBD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0EC94-6695-4A67-9910-9D70DFB5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8315F-03D2-4CA0-A64F-12066FF3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97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D77FB-231D-4050-8D27-2A7984BE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E9F221-6DA5-4700-9AC7-50A82CD66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79EF0-7CA6-4FB4-A63A-30E2905B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1994C-3FE8-4EF6-A216-0BDCCE49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57283E-C935-459B-9C4D-CD7B1EC7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28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69B5D-6455-473B-8AB5-732B8DEE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95D3-67CE-45AE-91F3-1069B4787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C41691-5D91-4C1F-873E-2677E1E97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A20384-5E37-4FA0-871B-B9D5A894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403C2E-E26B-48AF-9FF1-911D975A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8DE7E-531B-4A92-B2DF-85A01C0A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92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09A49-6F54-4C10-80A1-81D3859D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F32D8-4454-4F03-A17E-D4B465D5A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E491E-E498-41E9-8AF0-05306D17F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B4DB25-F992-4C87-A35C-9218A71A2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398146-D0E0-4E80-B1B4-3A486450A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36ED59-CAAD-45AF-96FD-4ADF9CD4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1CEBBE-8F87-492F-9027-AF51FDF7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9E483C-7D52-498E-9EE0-F118FF50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1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4DC8C-D0CE-48B4-BE19-4F1DCB16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CCB21E-EEA0-4741-9E1E-68FFBA67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C7E667-6DFA-48A3-A8C0-8A42ACE0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91134A-35DD-44B4-AE1A-FCFA3267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02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0109CC-561C-421A-8840-936A9B8F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5C78AC-C2D0-400F-8EB3-CC7D186F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6FED5-0EE3-4256-8652-8A3FE0B5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94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DCC4-1770-4B96-AAEA-82B566B0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1AFFB-C793-434A-B00F-5C7A2D43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E56E42-2B66-4550-868D-9783C2D26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5A3AE5-73C3-4301-86A5-BA579764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666524-E416-45A8-87D6-FFC722A2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2F35B-3027-4053-B6DC-78EAB14D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2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02D69-EDED-48DC-9820-4A795B88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D599D7-A8CE-4463-84B1-F43141957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D46E37-1BCD-40E5-BB95-20F04E4D3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DC1C5F-F56B-469B-BE68-AC140D3B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0FC2A-30E9-4595-9F09-D908CA48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5C8875-D56B-46A3-B284-F512E3F3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66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6FA3-CDD8-4823-8943-8D4FF58C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A941A5-1E0C-4A66-9AEE-C4A544FEA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E4E3AB-6D95-4F6E-98E9-A2A1DD1F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4D2BB-2AF6-4536-B479-EA1D2ACC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768C5-339C-4F16-8ECD-7E9C8168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1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5F32EA-14A1-4D5B-BF1A-EE4EB0F80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659FF3-5078-4A94-990A-CF2BB8F28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199026-FB21-4250-BD94-9377F506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BD42A-C735-49B6-B8DF-E42E6E9B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9EA7F-720C-416F-B234-70481CE7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7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169715-7BCC-4F78-9E96-7A192F89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3B3A1-AD06-4AEF-BF1C-F00F49F85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3BA59-4824-49F3-8135-40A2932CB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EBD67-AAEA-4C07-88B2-8115715CCE7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3BDDF-0902-424A-B67F-D37AB6392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F4D8D-3987-447A-92AC-9FC952672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F38B7-5361-4C42-B453-879610745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0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82A07-E633-4C4B-967A-478DA6A56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Lec17 ECF: Exceptions &amp; Processes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09CC9C-1DCB-4D17-A3E9-F2323E8420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翟凌飞</a:t>
            </a:r>
          </a:p>
        </p:txBody>
      </p:sp>
    </p:spTree>
    <p:extLst>
      <p:ext uri="{BB962C8B-B14F-4D97-AF65-F5344CB8AC3E}">
        <p14:creationId xmlns:p14="http://schemas.microsoft.com/office/powerpoint/2010/main" val="50462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954A8-8A8F-47BD-9FD7-50CC4F00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A3E8A-F47F-4256-8E11-BB88E1B98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F5574A-E94C-4D55-BDD2-4BB6209F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690688"/>
            <a:ext cx="11088647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8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20F05-734C-44B0-B0B1-95515839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69574E-89A3-49A8-8CE5-3D8797F21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9EE7A8-1209-40B1-AFB7-BD5A1F03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" y="1799924"/>
            <a:ext cx="10760491" cy="22013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573932-DB40-458C-B751-4A08BE80B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984" y="4359908"/>
            <a:ext cx="1086001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3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D43CD-08F4-411C-AFA3-0E899775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A49B8-D607-47BA-982B-7B1C264D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我们使用异常</a:t>
            </a:r>
            <a:r>
              <a:rPr lang="en-US" altLang="zh-CN" dirty="0"/>
              <a:t>(exception)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6A533E-97B1-434A-85F6-1115FD95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75" y="2353239"/>
            <a:ext cx="5906324" cy="32961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F97A8C-CA38-4D96-B5D0-4BF61C5F5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40" y="5404411"/>
            <a:ext cx="8482513" cy="108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9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2F47F-A230-4981-9079-86B9732E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2875EC-8B75-49E6-A292-C0D608570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116433" cy="2553056"/>
          </a:xfrm>
        </p:spPr>
      </p:pic>
    </p:spTree>
    <p:extLst>
      <p:ext uri="{BB962C8B-B14F-4D97-AF65-F5344CB8AC3E}">
        <p14:creationId xmlns:p14="http://schemas.microsoft.com/office/powerpoint/2010/main" val="217791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D1377-4C5B-46E3-A1D7-0639F5C2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  <a:r>
              <a:rPr lang="en-US" altLang="zh-CN" dirty="0"/>
              <a:t>—</a:t>
            </a:r>
            <a:r>
              <a:rPr lang="zh-CN" altLang="en-US" dirty="0"/>
              <a:t>具体如何实现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5EFF9-2CE7-4F0D-815B-1B822A4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77F476-AF95-4A7D-AA14-2CEABD444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9232232" cy="22067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48A8C4-9D75-4A4C-938E-0AE824045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943" y="3289926"/>
            <a:ext cx="5296639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6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145BA-F689-48A0-A13D-8C9CA68F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2E4BB-9E14-4BD2-95E2-4F059B0D4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210D67-214A-4238-B866-7B3AF802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616" y="1027906"/>
            <a:ext cx="12453616" cy="48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1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95C80-AE7F-42DC-8FFF-793DEB7E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异常的类别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AAAA8E9-684A-4249-92EA-3FD347E9A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968" y="1845871"/>
            <a:ext cx="7325747" cy="3829584"/>
          </a:xfrm>
        </p:spPr>
      </p:pic>
    </p:spTree>
    <p:extLst>
      <p:ext uri="{BB962C8B-B14F-4D97-AF65-F5344CB8AC3E}">
        <p14:creationId xmlns:p14="http://schemas.microsoft.com/office/powerpoint/2010/main" val="1952395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8AE7A-03DB-499E-8A64-DBBB6917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3A41CC-EA91-4465-BACA-DACE7C32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37" y="1690688"/>
            <a:ext cx="7230484" cy="2534004"/>
          </a:xfrm>
          <a:prstGeom prst="rect">
            <a:avLst/>
          </a:prstGeom>
        </p:spPr>
      </p:pic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9115444-B71E-4968-A2FC-4A09B498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791EE5-E140-4D4D-91E7-D7CC15060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7274"/>
            <a:ext cx="8213125" cy="23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6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FA207-6340-4890-84B8-4A688055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陷阱</a:t>
            </a:r>
            <a:r>
              <a:rPr lang="en-US" altLang="zh-CN" dirty="0"/>
              <a:t>, </a:t>
            </a:r>
            <a:r>
              <a:rPr lang="zh-CN" altLang="en-US" dirty="0"/>
              <a:t>系统调用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F0D484-620B-483F-A960-4911C56B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37" y="3689243"/>
            <a:ext cx="7259063" cy="2543530"/>
          </a:xfrm>
          <a:prstGeom prst="rect">
            <a:avLst/>
          </a:prstGeom>
        </p:spPr>
      </p:pic>
      <p:sp>
        <p:nvSpPr>
          <p:cNvPr id="9" name="内容占位符 8">
            <a:extLst>
              <a:ext uri="{FF2B5EF4-FFF2-40B4-BE49-F238E27FC236}">
                <a16:creationId xmlns:a16="http://schemas.microsoft.com/office/drawing/2014/main" id="{19039752-8268-4914-A366-7398B0C17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92E49C-5683-45E5-A1BA-63C739EEE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6" y="1744523"/>
            <a:ext cx="1097433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4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E2B07-53DC-4BE6-9B2F-96F717A0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故障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971FE7-D3A6-44CF-9AE6-E83062685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4620" y="4110655"/>
            <a:ext cx="8097380" cy="2524477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52A2C3-B640-4163-BCB1-8523EAE96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77" y="1828959"/>
            <a:ext cx="518232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7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4DCD2-15F3-4C3E-B89A-7BE2BCB2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终止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13B651-4147-454B-B7E6-F45DD91E0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1529"/>
            <a:ext cx="4896533" cy="1933845"/>
          </a:xfrm>
        </p:spPr>
      </p:pic>
    </p:spTree>
    <p:extLst>
      <p:ext uri="{BB962C8B-B14F-4D97-AF65-F5344CB8AC3E}">
        <p14:creationId xmlns:p14="http://schemas.microsoft.com/office/powerpoint/2010/main" val="67143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0DEFD-1FA5-460E-BDA7-7CE849E9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Linux/x86-64</a:t>
            </a:r>
            <a:r>
              <a:rPr lang="zh-CN" altLang="en-US" dirty="0"/>
              <a:t>系统中的异常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A181998-BEC5-4164-9EBA-E36A65381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672" y="2568994"/>
            <a:ext cx="9826494" cy="4289006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5EF2B4-C801-4D26-AEB2-E31083294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468" y="126582"/>
            <a:ext cx="6816532" cy="229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8373B-1365-46BE-BAFD-E43C44C7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Linux/x86-64</a:t>
            </a:r>
            <a:r>
              <a:rPr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F3D11-7296-43E6-B400-3CCD01BE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71F90F-9483-4CE8-A090-6D44081B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24" y="1615394"/>
            <a:ext cx="976448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1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7767F-2F33-4F03-A299-5200B0EB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D0F2EE8-393B-498E-A1C7-FF0D05653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5116" y="1690688"/>
            <a:ext cx="7429463" cy="5247436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C6D459-ED89-4CD4-9AF6-85BFF724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2" y="1825625"/>
            <a:ext cx="4332762" cy="13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53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C98FB-3F47-414D-BDB7-75F2909F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BE8D499-D7BC-42B0-B799-52804C1A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AAA132-4DBD-41AB-A629-AF69884BC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66" y="1825625"/>
            <a:ext cx="9850225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03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E106D-7327-42E5-AAF4-66C4F0C0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逻辑控制流</a:t>
            </a:r>
            <a:r>
              <a:rPr lang="en-US" altLang="zh-CN" dirty="0"/>
              <a:t>&amp;</a:t>
            </a:r>
            <a:r>
              <a:rPr lang="zh-CN" altLang="en-US" dirty="0"/>
              <a:t>并发流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2C6C1-E102-4EF4-A999-85A6545B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2558A4-F0BF-4328-854D-37F0E299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12477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C00830-C15D-4AFF-A997-03E2B8F47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42" y="3016251"/>
            <a:ext cx="5858693" cy="37533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1CF49A-D14C-45BB-A13D-2F964794D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8831"/>
            <a:ext cx="6196544" cy="1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0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0EE30-6144-4920-A6FB-D9F26E8C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私有地址空间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27BAC-294D-4595-AF76-C1811791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21A06E-EF3B-466D-951C-ABEDB57EF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2271" y="1825625"/>
            <a:ext cx="12155596" cy="11241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158C58A-4140-4DC1-979F-6B89A3C74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021" y="2506662"/>
            <a:ext cx="46865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79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9E3FB-3073-43E2-83F2-A4E2FF8C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用户模式和内核模式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C2E1E-CD46-41AD-A860-29C92B29E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如何管理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02FE99-F874-4757-A5F1-2BD16326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5120"/>
            <a:ext cx="12192000" cy="40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58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F0B02-014E-42CF-9E3C-35D59779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E1545-9CB4-452A-894B-A3C056EC5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A4DCB9-5188-4BCE-B544-BF5104D1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5" y="1690688"/>
            <a:ext cx="10679015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1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A5576-E816-474F-B8C8-57FC7B9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D6C508-98D7-403B-928C-D73E531C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2DB10A-D723-4529-A4D6-342DF80B2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3" y="294838"/>
            <a:ext cx="8792802" cy="31341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570704-34B9-41EF-BC4A-EA2F999ED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73" y="3171311"/>
            <a:ext cx="11136279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2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81A4C-8CDF-4A02-BB9F-58AC2661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C5F30-9191-4F70-8C05-3852B095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ID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7A622D-602A-4D7B-8CE6-B6A33EA75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2" y="2409029"/>
            <a:ext cx="11336332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18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80514-ADE3-4DFF-B428-E131C1F9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创建和终止进程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28D9C-506B-45AB-8F26-CA7F1A16D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FBE5D4-8FC4-4BAF-BA7E-EB576439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1477312"/>
            <a:ext cx="9726312" cy="53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50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F9499-8D03-49BF-AD1B-4B30D4DC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Fork</a:t>
            </a:r>
            <a:r>
              <a:rPr lang="zh-CN" altLang="en-US" dirty="0"/>
              <a:t>创建新进程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BE0F75-6FAC-464F-8804-2D55EBFA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4678"/>
            <a:ext cx="4305901" cy="2534004"/>
          </a:xfrm>
          <a:prstGeom prst="rect">
            <a:avLst/>
          </a:prstGeo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7A9B8E5-6A5B-4D93-90CA-FC1D21E98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4958" y="1690688"/>
            <a:ext cx="8127370" cy="5167312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683573-3DE9-4D90-BFE5-0D829DF35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54" y="4827655"/>
            <a:ext cx="4305901" cy="15623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04BAC04-2932-4823-97F3-FA35AD453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98682"/>
            <a:ext cx="5115639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4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C8D2F-B78B-4C7F-99E4-B2841767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7F385-87AA-49F8-9B08-1F9A8C68C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128845-5A4D-4C82-A80E-7557529E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36" y="1825625"/>
            <a:ext cx="11391927" cy="403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39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0DCBD-0511-4856-A01C-84B49318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回收子进程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CD66D-E461-437C-87B1-C3FD11A34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F2DE89-ED87-496A-A163-19F1066F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1744491"/>
            <a:ext cx="11566358" cy="168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2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6A0E8-B91E-40D4-8E19-9017F8BF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Waitpid</a:t>
            </a:r>
            <a:r>
              <a:rPr lang="zh-CN" altLang="en-US" dirty="0"/>
              <a:t>函数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8792C7A-4DDB-42A2-9248-B81BAC3C5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972" y="4340092"/>
            <a:ext cx="9297698" cy="1295581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7FDC17-93E0-448D-9547-5C33FC730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6" y="1750846"/>
            <a:ext cx="11174384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72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96D5D-2F48-4E89-8409-92863265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A319C-23FA-4DE7-87BF-BD03CAEBB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D039DD-0448-42C6-81F5-3674EBEB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6" y="289691"/>
            <a:ext cx="1129822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3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0A08F-4311-4191-8BC2-EB95F1E3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EAEB4-DC04-4EFA-B621-EEF28F350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BDB992-3900-42B1-8654-274A3EF6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1" y="266258"/>
            <a:ext cx="11031489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89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29AD1-3089-405C-8C1F-AF117C88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BA3E5-5249-4AA2-A891-6DFEA09B0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EFD8BB-6A3A-4CEC-8874-FC01A6FE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9" y="156411"/>
            <a:ext cx="8096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89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55E39-FC9A-493E-832E-AA29068A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让进程休眠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8643B-9320-498D-B23D-69DDA8754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1BD92A-A3A3-4508-A39F-A0205E70D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2" y="1451868"/>
            <a:ext cx="9301134" cy="540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24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3334C-32CD-49A2-A2C3-DD6176CF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加载并运行程序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C3F2A-0BFE-49E8-B53C-8234C8A2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B2AB20-5F37-4B43-9077-6B9FCE77E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8" y="1825625"/>
            <a:ext cx="10898121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86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E4929-7B10-44FA-A874-D56643A0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加载并运行程序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49C84-AF79-4E2B-B420-B82EC947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E33898-7F3D-4A69-B0C0-C9A63B53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1" y="1614948"/>
            <a:ext cx="730669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18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5DEDC-B50A-4DAA-8E1A-CA0B34C8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0CFAE6F-7A66-47B4-B62B-1E093DC0E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499" y="117141"/>
            <a:ext cx="10515600" cy="7013030"/>
          </a:xfrm>
        </p:spPr>
      </p:pic>
    </p:spTree>
    <p:extLst>
      <p:ext uri="{BB962C8B-B14F-4D97-AF65-F5344CB8AC3E}">
        <p14:creationId xmlns:p14="http://schemas.microsoft.com/office/powerpoint/2010/main" val="289873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91</Words>
  <Application>Microsoft Office PowerPoint</Application>
  <PresentationFormat>宽屏</PresentationFormat>
  <Paragraphs>30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Lec17 ECF: Exceptions &amp; Processes</vt:lpstr>
      <vt:lpstr>控制流</vt:lpstr>
      <vt:lpstr>控制转移</vt:lpstr>
      <vt:lpstr>异常</vt:lpstr>
      <vt:lpstr>异常</vt:lpstr>
      <vt:lpstr>异常—具体如何实现?</vt:lpstr>
      <vt:lpstr>PowerPoint 演示文稿</vt:lpstr>
      <vt:lpstr>异常的类别</vt:lpstr>
      <vt:lpstr>中断</vt:lpstr>
      <vt:lpstr>陷阱, 系统调用</vt:lpstr>
      <vt:lpstr>故障</vt:lpstr>
      <vt:lpstr>终止</vt:lpstr>
      <vt:lpstr>Linux/x86-64系统中的异常</vt:lpstr>
      <vt:lpstr>Linux/x86-64系统调用</vt:lpstr>
      <vt:lpstr>PowerPoint 演示文稿</vt:lpstr>
      <vt:lpstr>进程</vt:lpstr>
      <vt:lpstr>逻辑控制流&amp;并发流</vt:lpstr>
      <vt:lpstr>私有地址空间</vt:lpstr>
      <vt:lpstr>用户模式和内核模式</vt:lpstr>
      <vt:lpstr>上下文切换</vt:lpstr>
      <vt:lpstr>PowerPoint 演示文稿</vt:lpstr>
      <vt:lpstr>进程控制</vt:lpstr>
      <vt:lpstr>创建和终止进程</vt:lpstr>
      <vt:lpstr>Fork创建新进程</vt:lpstr>
      <vt:lpstr>PowerPoint 演示文稿</vt:lpstr>
      <vt:lpstr>回收子进程</vt:lpstr>
      <vt:lpstr>Waitpid函数</vt:lpstr>
      <vt:lpstr>PowerPoint 演示文稿</vt:lpstr>
      <vt:lpstr>PowerPoint 演示文稿</vt:lpstr>
      <vt:lpstr>PowerPoint 演示文稿</vt:lpstr>
      <vt:lpstr>让进程休眠</vt:lpstr>
      <vt:lpstr>加载并运行程序</vt:lpstr>
      <vt:lpstr>加载并运行程序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Lec17 ECF: Exceptions &amp; Processes</dc:title>
  <dc:creator>lingfei zhai</dc:creator>
  <cp:lastModifiedBy>lingfei zhai</cp:lastModifiedBy>
  <cp:revision>13</cp:revision>
  <dcterms:created xsi:type="dcterms:W3CDTF">2025-11-12T09:34:54Z</dcterms:created>
  <dcterms:modified xsi:type="dcterms:W3CDTF">2025-11-12T11:32:12Z</dcterms:modified>
</cp:coreProperties>
</file>