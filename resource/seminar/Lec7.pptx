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1" r:id="rId2"/>
    <p:sldId id="338" r:id="rId3"/>
    <p:sldId id="382" r:id="rId4"/>
    <p:sldId id="377" r:id="rId5"/>
    <p:sldId id="381" r:id="rId6"/>
    <p:sldId id="383" r:id="rId7"/>
    <p:sldId id="374" r:id="rId8"/>
    <p:sldId id="385" r:id="rId9"/>
    <p:sldId id="386" r:id="rId10"/>
    <p:sldId id="384" r:id="rId11"/>
    <p:sldId id="387" r:id="rId12"/>
    <p:sldId id="388" r:id="rId13"/>
    <p:sldId id="342" r:id="rId14"/>
    <p:sldId id="389" r:id="rId15"/>
    <p:sldId id="39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llin Cai" userId="6f98437947b72287" providerId="LiveId" clId="{FA14C446-FD8D-47A3-BEDD-218C28CBD516}"/>
    <pc:docChg chg="undo redo custSel addSld delSld modSld sldOrd">
      <pc:chgData name="Rollin Cai" userId="6f98437947b72287" providerId="LiveId" clId="{FA14C446-FD8D-47A3-BEDD-218C28CBD516}" dt="2025-10-15T10:13:12.312" v="633" actId="1076"/>
      <pc:docMkLst>
        <pc:docMk/>
      </pc:docMkLst>
      <pc:sldChg chg="new del">
        <pc:chgData name="Rollin Cai" userId="6f98437947b72287" providerId="LiveId" clId="{FA14C446-FD8D-47A3-BEDD-218C28CBD516}" dt="2025-10-14T13:08:28.869" v="7" actId="47"/>
        <pc:sldMkLst>
          <pc:docMk/>
          <pc:sldMk cId="3213660494" sldId="256"/>
        </pc:sldMkLst>
      </pc:sldChg>
      <pc:sldChg chg="addSp delSp modSp add mod">
        <pc:chgData name="Rollin Cai" userId="6f98437947b72287" providerId="LiveId" clId="{FA14C446-FD8D-47A3-BEDD-218C28CBD516}" dt="2025-10-14T13:31:47.177" v="63" actId="22"/>
        <pc:sldMkLst>
          <pc:docMk/>
          <pc:sldMk cId="0" sldId="338"/>
        </pc:sldMkLst>
        <pc:spChg chg="mod">
          <ac:chgData name="Rollin Cai" userId="6f98437947b72287" providerId="LiveId" clId="{FA14C446-FD8D-47A3-BEDD-218C28CBD516}" dt="2025-10-14T13:09:57.743" v="11" actId="14100"/>
          <ac:spMkLst>
            <pc:docMk/>
            <pc:sldMk cId="0" sldId="338"/>
            <ac:spMk id="3" creationId="{00000000-0000-0000-0000-000000000000}"/>
          </ac:spMkLst>
        </pc:spChg>
        <pc:picChg chg="add mod">
          <ac:chgData name="Rollin Cai" userId="6f98437947b72287" providerId="LiveId" clId="{FA14C446-FD8D-47A3-BEDD-218C28CBD516}" dt="2025-10-14T13:29:40.833" v="19" actId="1076"/>
          <ac:picMkLst>
            <pc:docMk/>
            <pc:sldMk cId="0" sldId="338"/>
            <ac:picMk id="5" creationId="{EA4664FE-AD9B-CE33-8D82-5B246664C951}"/>
          </ac:picMkLst>
        </pc:picChg>
        <pc:picChg chg="add del">
          <ac:chgData name="Rollin Cai" userId="6f98437947b72287" providerId="LiveId" clId="{FA14C446-FD8D-47A3-BEDD-218C28CBD516}" dt="2025-10-14T13:31:47.177" v="63" actId="22"/>
          <ac:picMkLst>
            <pc:docMk/>
            <pc:sldMk cId="0" sldId="338"/>
            <ac:picMk id="7" creationId="{FA7465CB-E10F-88C6-8AFF-69CA175289D6}"/>
          </ac:picMkLst>
        </pc:picChg>
      </pc:sldChg>
      <pc:sldChg chg="addSp delSp modSp add mod">
        <pc:chgData name="Rollin Cai" userId="6f98437947b72287" providerId="LiveId" clId="{FA14C446-FD8D-47A3-BEDD-218C28CBD516}" dt="2025-10-14T14:20:43.418" v="471" actId="21"/>
        <pc:sldMkLst>
          <pc:docMk/>
          <pc:sldMk cId="0" sldId="342"/>
        </pc:sldMkLst>
        <pc:spChg chg="mod">
          <ac:chgData name="Rollin Cai" userId="6f98437947b72287" providerId="LiveId" clId="{FA14C446-FD8D-47A3-BEDD-218C28CBD516}" dt="2025-10-14T14:20:43.418" v="471" actId="21"/>
          <ac:spMkLst>
            <pc:docMk/>
            <pc:sldMk cId="0" sldId="342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4:20:25.449" v="467" actId="20577"/>
          <ac:spMkLst>
            <pc:docMk/>
            <pc:sldMk cId="0" sldId="342"/>
            <ac:spMk id="3" creationId="{00000000-0000-0000-0000-000000000000}"/>
          </ac:spMkLst>
        </pc:spChg>
        <pc:picChg chg="add del">
          <ac:chgData name="Rollin Cai" userId="6f98437947b72287" providerId="LiveId" clId="{FA14C446-FD8D-47A3-BEDD-218C28CBD516}" dt="2025-10-14T14:00:47.100" v="378" actId="21"/>
          <ac:picMkLst>
            <pc:docMk/>
            <pc:sldMk cId="0" sldId="342"/>
            <ac:picMk id="5" creationId="{E448A1EE-01D7-C151-BCC2-29F7F5EF650B}"/>
          </ac:picMkLst>
        </pc:picChg>
        <pc:picChg chg="add del">
          <ac:chgData name="Rollin Cai" userId="6f98437947b72287" providerId="LiveId" clId="{FA14C446-FD8D-47A3-BEDD-218C28CBD516}" dt="2025-10-14T14:16:17.005" v="418" actId="21"/>
          <ac:picMkLst>
            <pc:docMk/>
            <pc:sldMk cId="0" sldId="342"/>
            <ac:picMk id="7" creationId="{CB4C5241-02C3-1098-796B-45DA7A2A45DE}"/>
          </ac:picMkLst>
        </pc:picChg>
      </pc:sldChg>
      <pc:sldChg chg="addSp delSp modSp add mod">
        <pc:chgData name="Rollin Cai" userId="6f98437947b72287" providerId="LiveId" clId="{FA14C446-FD8D-47A3-BEDD-218C28CBD516}" dt="2025-10-14T13:56:42.971" v="311" actId="1076"/>
        <pc:sldMkLst>
          <pc:docMk/>
          <pc:sldMk cId="0" sldId="374"/>
        </pc:sldMkLst>
        <pc:spChg chg="mod">
          <ac:chgData name="Rollin Cai" userId="6f98437947b72287" providerId="LiveId" clId="{FA14C446-FD8D-47A3-BEDD-218C28CBD516}" dt="2025-10-14T13:40:59.959" v="168"/>
          <ac:spMkLst>
            <pc:docMk/>
            <pc:sldMk cId="0" sldId="374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3:41:05.348" v="185" actId="20577"/>
          <ac:spMkLst>
            <pc:docMk/>
            <pc:sldMk cId="0" sldId="374"/>
            <ac:spMk id="3" creationId="{00000000-0000-0000-0000-000000000000}"/>
          </ac:spMkLst>
        </pc:spChg>
        <pc:picChg chg="del">
          <ac:chgData name="Rollin Cai" userId="6f98437947b72287" providerId="LiveId" clId="{FA14C446-FD8D-47A3-BEDD-218C28CBD516}" dt="2025-10-14T13:40:44.636" v="163" actId="478"/>
          <ac:picMkLst>
            <pc:docMk/>
            <pc:sldMk cId="0" sldId="374"/>
            <ac:picMk id="4" creationId="{00000000-0000-0000-0000-000000000000}"/>
          </ac:picMkLst>
        </pc:picChg>
        <pc:picChg chg="add mod">
          <ac:chgData name="Rollin Cai" userId="6f98437947b72287" providerId="LiveId" clId="{FA14C446-FD8D-47A3-BEDD-218C28CBD516}" dt="2025-10-14T13:56:42.971" v="311" actId="1076"/>
          <ac:picMkLst>
            <pc:docMk/>
            <pc:sldMk cId="0" sldId="374"/>
            <ac:picMk id="6" creationId="{1A3E8E72-FB44-6F65-879F-3DE78FA9A2F2}"/>
          </ac:picMkLst>
        </pc:picChg>
        <pc:picChg chg="add del">
          <ac:chgData name="Rollin Cai" userId="6f98437947b72287" providerId="LiveId" clId="{FA14C446-FD8D-47A3-BEDD-218C28CBD516}" dt="2025-10-14T13:56:40.422" v="310" actId="478"/>
          <ac:picMkLst>
            <pc:docMk/>
            <pc:sldMk cId="0" sldId="374"/>
            <ac:picMk id="8" creationId="{6B6BF9BC-47E4-AE67-24FA-A7D773B03E5B}"/>
          </ac:picMkLst>
        </pc:picChg>
      </pc:sldChg>
      <pc:sldChg chg="addSp delSp modSp add mod ord">
        <pc:chgData name="Rollin Cai" userId="6f98437947b72287" providerId="LiveId" clId="{FA14C446-FD8D-47A3-BEDD-218C28CBD516}" dt="2025-10-14T13:31:55.219" v="66" actId="21"/>
        <pc:sldMkLst>
          <pc:docMk/>
          <pc:sldMk cId="0" sldId="377"/>
        </pc:sldMkLst>
        <pc:spChg chg="mod">
          <ac:chgData name="Rollin Cai" userId="6f98437947b72287" providerId="LiveId" clId="{FA14C446-FD8D-47A3-BEDD-218C28CBD516}" dt="2025-10-14T13:30:53.143" v="61" actId="20577"/>
          <ac:spMkLst>
            <pc:docMk/>
            <pc:sldMk cId="0" sldId="377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3:08:26.261" v="5" actId="27636"/>
          <ac:spMkLst>
            <pc:docMk/>
            <pc:sldMk cId="0" sldId="377"/>
            <ac:spMk id="3" creationId="{00000000-0000-0000-0000-000000000000}"/>
          </ac:spMkLst>
        </pc:spChg>
        <pc:picChg chg="del">
          <ac:chgData name="Rollin Cai" userId="6f98437947b72287" providerId="LiveId" clId="{FA14C446-FD8D-47A3-BEDD-218C28CBD516}" dt="2025-10-14T13:29:08.418" v="12" actId="478"/>
          <ac:picMkLst>
            <pc:docMk/>
            <pc:sldMk cId="0" sldId="377"/>
            <ac:picMk id="4" creationId="{00000000-0000-0000-0000-000000000000}"/>
          </ac:picMkLst>
        </pc:picChg>
        <pc:picChg chg="add mod">
          <ac:chgData name="Rollin Cai" userId="6f98437947b72287" providerId="LiveId" clId="{FA14C446-FD8D-47A3-BEDD-218C28CBD516}" dt="2025-10-14T13:29:17.133" v="16" actId="1076"/>
          <ac:picMkLst>
            <pc:docMk/>
            <pc:sldMk cId="0" sldId="377"/>
            <ac:picMk id="6" creationId="{90509C5C-2522-5FFE-9637-7E3DC2711C52}"/>
          </ac:picMkLst>
        </pc:picChg>
        <pc:picChg chg="add del">
          <ac:chgData name="Rollin Cai" userId="6f98437947b72287" providerId="LiveId" clId="{FA14C446-FD8D-47A3-BEDD-218C28CBD516}" dt="2025-10-14T13:31:55.219" v="66" actId="21"/>
          <ac:picMkLst>
            <pc:docMk/>
            <pc:sldMk cId="0" sldId="377"/>
            <ac:picMk id="8" creationId="{9C4B0665-6000-3668-7C61-8F95F652EF97}"/>
          </ac:picMkLst>
        </pc:picChg>
      </pc:sldChg>
      <pc:sldChg chg="modSp add del mod">
        <pc:chgData name="Rollin Cai" userId="6f98437947b72287" providerId="LiveId" clId="{FA14C446-FD8D-47A3-BEDD-218C28CBD516}" dt="2025-10-14T13:56:34.792" v="309" actId="47"/>
        <pc:sldMkLst>
          <pc:docMk/>
          <pc:sldMk cId="0" sldId="380"/>
        </pc:sldMkLst>
        <pc:spChg chg="mod">
          <ac:chgData name="Rollin Cai" userId="6f98437947b72287" providerId="LiveId" clId="{FA14C446-FD8D-47A3-BEDD-218C28CBD516}" dt="2025-10-14T13:08:26.264" v="6" actId="27636"/>
          <ac:spMkLst>
            <pc:docMk/>
            <pc:sldMk cId="0" sldId="380"/>
            <ac:spMk id="3" creationId="{00000000-0000-0000-0000-000000000000}"/>
          </ac:spMkLst>
        </pc:spChg>
      </pc:sldChg>
      <pc:sldChg chg="addSp delSp modSp add mod">
        <pc:chgData name="Rollin Cai" userId="6f98437947b72287" providerId="LiveId" clId="{FA14C446-FD8D-47A3-BEDD-218C28CBD516}" dt="2025-10-14T13:37:31.740" v="139" actId="20577"/>
        <pc:sldMkLst>
          <pc:docMk/>
          <pc:sldMk cId="1484671168" sldId="381"/>
        </pc:sldMkLst>
        <pc:spChg chg="mod">
          <ac:chgData name="Rollin Cai" userId="6f98437947b72287" providerId="LiveId" clId="{FA14C446-FD8D-47A3-BEDD-218C28CBD516}" dt="2025-10-14T13:33:35.216" v="84"/>
          <ac:spMkLst>
            <pc:docMk/>
            <pc:sldMk cId="1484671168" sldId="381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3:37:31.740" v="139" actId="20577"/>
          <ac:spMkLst>
            <pc:docMk/>
            <pc:sldMk cId="1484671168" sldId="381"/>
            <ac:spMk id="3" creationId="{00000000-0000-0000-0000-000000000000}"/>
          </ac:spMkLst>
        </pc:spChg>
        <pc:picChg chg="del">
          <ac:chgData name="Rollin Cai" userId="6f98437947b72287" providerId="LiveId" clId="{FA14C446-FD8D-47A3-BEDD-218C28CBD516}" dt="2025-10-14T13:33:40.913" v="85" actId="478"/>
          <ac:picMkLst>
            <pc:docMk/>
            <pc:sldMk cId="1484671168" sldId="381"/>
            <ac:picMk id="4" creationId="{00000000-0000-0000-0000-000000000000}"/>
          </ac:picMkLst>
        </pc:picChg>
        <pc:picChg chg="add mod">
          <ac:chgData name="Rollin Cai" userId="6f98437947b72287" providerId="LiveId" clId="{FA14C446-FD8D-47A3-BEDD-218C28CBD516}" dt="2025-10-14T13:35:16.060" v="104" actId="1076"/>
          <ac:picMkLst>
            <pc:docMk/>
            <pc:sldMk cId="1484671168" sldId="381"/>
            <ac:picMk id="6" creationId="{FA53C95F-983D-D154-0407-2612EAF32217}"/>
          </ac:picMkLst>
        </pc:picChg>
        <pc:picChg chg="add del">
          <ac:chgData name="Rollin Cai" userId="6f98437947b72287" providerId="LiveId" clId="{FA14C446-FD8D-47A3-BEDD-218C28CBD516}" dt="2025-10-14T13:35:00.754" v="91" actId="478"/>
          <ac:picMkLst>
            <pc:docMk/>
            <pc:sldMk cId="1484671168" sldId="381"/>
            <ac:picMk id="8" creationId="{0126A206-26B8-2136-B970-6920CC536316}"/>
          </ac:picMkLst>
        </pc:picChg>
      </pc:sldChg>
      <pc:sldChg chg="addSp delSp modSp add mod">
        <pc:chgData name="Rollin Cai" userId="6f98437947b72287" providerId="LiveId" clId="{FA14C446-FD8D-47A3-BEDD-218C28CBD516}" dt="2025-10-14T13:32:45.393" v="82" actId="1076"/>
        <pc:sldMkLst>
          <pc:docMk/>
          <pc:sldMk cId="3910075018" sldId="382"/>
        </pc:sldMkLst>
        <pc:spChg chg="del mod">
          <ac:chgData name="Rollin Cai" userId="6f98437947b72287" providerId="LiveId" clId="{FA14C446-FD8D-47A3-BEDD-218C28CBD516}" dt="2025-10-14T13:32:04.358" v="69" actId="478"/>
          <ac:spMkLst>
            <pc:docMk/>
            <pc:sldMk cId="3910075018" sldId="382"/>
            <ac:spMk id="3" creationId="{00000000-0000-0000-0000-000000000000}"/>
          </ac:spMkLst>
        </pc:spChg>
        <pc:spChg chg="add del mod">
          <ac:chgData name="Rollin Cai" userId="6f98437947b72287" providerId="LiveId" clId="{FA14C446-FD8D-47A3-BEDD-218C28CBD516}" dt="2025-10-14T13:32:08.496" v="70" actId="478"/>
          <ac:spMkLst>
            <pc:docMk/>
            <pc:sldMk cId="3910075018" sldId="382"/>
            <ac:spMk id="5" creationId="{468BBA10-BD03-698F-EF65-3A9CC8FBE593}"/>
          </ac:spMkLst>
        </pc:spChg>
        <pc:picChg chg="del mod">
          <ac:chgData name="Rollin Cai" userId="6f98437947b72287" providerId="LiveId" clId="{FA14C446-FD8D-47A3-BEDD-218C28CBD516}" dt="2025-10-14T13:32:09.820" v="72" actId="478"/>
          <ac:picMkLst>
            <pc:docMk/>
            <pc:sldMk cId="3910075018" sldId="382"/>
            <ac:picMk id="6" creationId="{90509C5C-2522-5FFE-9637-7E3DC2711C52}"/>
          </ac:picMkLst>
        </pc:picChg>
        <pc:picChg chg="add del mod">
          <ac:chgData name="Rollin Cai" userId="6f98437947b72287" providerId="LiveId" clId="{FA14C446-FD8D-47A3-BEDD-218C28CBD516}" dt="2025-10-14T13:32:39.107" v="78" actId="478"/>
          <ac:picMkLst>
            <pc:docMk/>
            <pc:sldMk cId="3910075018" sldId="382"/>
            <ac:picMk id="7" creationId="{9C4B0665-6000-3668-7C61-8F95F652EF97}"/>
          </ac:picMkLst>
        </pc:picChg>
        <pc:picChg chg="del">
          <ac:chgData name="Rollin Cai" userId="6f98437947b72287" providerId="LiveId" clId="{FA14C446-FD8D-47A3-BEDD-218C28CBD516}" dt="2025-10-14T13:31:58.561" v="67" actId="21"/>
          <ac:picMkLst>
            <pc:docMk/>
            <pc:sldMk cId="3910075018" sldId="382"/>
            <ac:picMk id="8" creationId="{9C4B0665-6000-3668-7C61-8F95F652EF97}"/>
          </ac:picMkLst>
        </pc:picChg>
        <pc:picChg chg="add mod">
          <ac:chgData name="Rollin Cai" userId="6f98437947b72287" providerId="LiveId" clId="{FA14C446-FD8D-47A3-BEDD-218C28CBD516}" dt="2025-10-14T13:32:45.393" v="82" actId="1076"/>
          <ac:picMkLst>
            <pc:docMk/>
            <pc:sldMk cId="3910075018" sldId="382"/>
            <ac:picMk id="10" creationId="{DEC503B8-78E9-782C-0C4E-81A228341322}"/>
          </ac:picMkLst>
        </pc:picChg>
      </pc:sldChg>
      <pc:sldChg chg="delSp modSp add mod">
        <pc:chgData name="Rollin Cai" userId="6f98437947b72287" providerId="LiveId" clId="{FA14C446-FD8D-47A3-BEDD-218C28CBD516}" dt="2025-10-14T13:56:48.022" v="312" actId="1076"/>
        <pc:sldMkLst>
          <pc:docMk/>
          <pc:sldMk cId="2862203416" sldId="383"/>
        </pc:sldMkLst>
        <pc:spChg chg="mod">
          <ac:chgData name="Rollin Cai" userId="6f98437947b72287" providerId="LiveId" clId="{FA14C446-FD8D-47A3-BEDD-218C28CBD516}" dt="2025-10-14T13:37:37.528" v="146" actId="20577"/>
          <ac:spMkLst>
            <pc:docMk/>
            <pc:sldMk cId="2862203416" sldId="383"/>
            <ac:spMk id="3" creationId="{00000000-0000-0000-0000-000000000000}"/>
          </ac:spMkLst>
        </pc:spChg>
        <pc:picChg chg="del">
          <ac:chgData name="Rollin Cai" userId="6f98437947b72287" providerId="LiveId" clId="{FA14C446-FD8D-47A3-BEDD-218C28CBD516}" dt="2025-10-14T13:35:21.369" v="106" actId="478"/>
          <ac:picMkLst>
            <pc:docMk/>
            <pc:sldMk cId="2862203416" sldId="383"/>
            <ac:picMk id="6" creationId="{FA53C95F-983D-D154-0407-2612EAF32217}"/>
          </ac:picMkLst>
        </pc:picChg>
        <pc:picChg chg="mod">
          <ac:chgData name="Rollin Cai" userId="6f98437947b72287" providerId="LiveId" clId="{FA14C446-FD8D-47A3-BEDD-218C28CBD516}" dt="2025-10-14T13:56:48.022" v="312" actId="1076"/>
          <ac:picMkLst>
            <pc:docMk/>
            <pc:sldMk cId="2862203416" sldId="383"/>
            <ac:picMk id="8" creationId="{0126A206-26B8-2136-B970-6920CC536316}"/>
          </ac:picMkLst>
        </pc:picChg>
      </pc:sldChg>
      <pc:sldChg chg="addSp delSp modSp add mod">
        <pc:chgData name="Rollin Cai" userId="6f98437947b72287" providerId="LiveId" clId="{FA14C446-FD8D-47A3-BEDD-218C28CBD516}" dt="2025-10-14T13:59:16.761" v="364" actId="208"/>
        <pc:sldMkLst>
          <pc:docMk/>
          <pc:sldMk cId="1598277580" sldId="384"/>
        </pc:sldMkLst>
        <pc:spChg chg="mod">
          <ac:chgData name="Rollin Cai" userId="6f98437947b72287" providerId="LiveId" clId="{FA14C446-FD8D-47A3-BEDD-218C28CBD516}" dt="2025-10-14T13:57:56.111" v="314" actId="14100"/>
          <ac:spMkLst>
            <pc:docMk/>
            <pc:sldMk cId="1598277580" sldId="384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3:52:28.431" v="277" actId="14100"/>
          <ac:spMkLst>
            <pc:docMk/>
            <pc:sldMk cId="1598277580" sldId="384"/>
            <ac:spMk id="3" creationId="{00000000-0000-0000-0000-000000000000}"/>
          </ac:spMkLst>
        </pc:spChg>
        <pc:spChg chg="add del mod">
          <ac:chgData name="Rollin Cai" userId="6f98437947b72287" providerId="LiveId" clId="{FA14C446-FD8D-47A3-BEDD-218C28CBD516}" dt="2025-10-14T13:58:54.455" v="362" actId="207"/>
          <ac:spMkLst>
            <pc:docMk/>
            <pc:sldMk cId="1598277580" sldId="384"/>
            <ac:spMk id="11" creationId="{F0F8DD0E-B644-0ABF-5DA2-F2D7273E2098}"/>
          </ac:spMkLst>
        </pc:spChg>
        <pc:picChg chg="del">
          <ac:chgData name="Rollin Cai" userId="6f98437947b72287" providerId="LiveId" clId="{FA14C446-FD8D-47A3-BEDD-218C28CBD516}" dt="2025-10-14T13:49:36.594" v="267" actId="478"/>
          <ac:picMkLst>
            <pc:docMk/>
            <pc:sldMk cId="1598277580" sldId="384"/>
            <ac:picMk id="4" creationId="{00000000-0000-0000-0000-000000000000}"/>
          </ac:picMkLst>
        </pc:picChg>
        <pc:picChg chg="add mod">
          <ac:chgData name="Rollin Cai" userId="6f98437947b72287" providerId="LiveId" clId="{FA14C446-FD8D-47A3-BEDD-218C28CBD516}" dt="2025-10-14T13:52:34.740" v="279" actId="1076"/>
          <ac:picMkLst>
            <pc:docMk/>
            <pc:sldMk cId="1598277580" sldId="384"/>
            <ac:picMk id="6" creationId="{7503A48D-439B-3DA9-C762-B57B291639C2}"/>
          </ac:picMkLst>
        </pc:picChg>
        <pc:picChg chg="add mod">
          <ac:chgData name="Rollin Cai" userId="6f98437947b72287" providerId="LiveId" clId="{FA14C446-FD8D-47A3-BEDD-218C28CBD516}" dt="2025-10-14T13:58:01.334" v="317" actId="1076"/>
          <ac:picMkLst>
            <pc:docMk/>
            <pc:sldMk cId="1598277580" sldId="384"/>
            <ac:picMk id="8" creationId="{B3F493E6-31AC-99AC-C122-85F287AB7F42}"/>
          </ac:picMkLst>
        </pc:picChg>
        <pc:cxnChg chg="add mod">
          <ac:chgData name="Rollin Cai" userId="6f98437947b72287" providerId="LiveId" clId="{FA14C446-FD8D-47A3-BEDD-218C28CBD516}" dt="2025-10-14T13:59:16.761" v="364" actId="208"/>
          <ac:cxnSpMkLst>
            <pc:docMk/>
            <pc:sldMk cId="1598277580" sldId="384"/>
            <ac:cxnSpMk id="10" creationId="{48F836BA-8891-CD47-5496-710F8B0D339A}"/>
          </ac:cxnSpMkLst>
        </pc:cxnChg>
      </pc:sldChg>
      <pc:sldChg chg="addSp delSp modSp new mod">
        <pc:chgData name="Rollin Cai" userId="6f98437947b72287" providerId="LiveId" clId="{FA14C446-FD8D-47A3-BEDD-218C28CBD516}" dt="2025-10-14T13:47:43.292" v="230" actId="255"/>
        <pc:sldMkLst>
          <pc:docMk/>
          <pc:sldMk cId="3779973499" sldId="385"/>
        </pc:sldMkLst>
        <pc:spChg chg="del">
          <ac:chgData name="Rollin Cai" userId="6f98437947b72287" providerId="LiveId" clId="{FA14C446-FD8D-47A3-BEDD-218C28CBD516}" dt="2025-10-14T13:45:55.540" v="190" actId="478"/>
          <ac:spMkLst>
            <pc:docMk/>
            <pc:sldMk cId="3779973499" sldId="385"/>
            <ac:spMk id="2" creationId="{E465DA4D-89DC-B418-8ABC-F4617F65C67F}"/>
          </ac:spMkLst>
        </pc:spChg>
        <pc:spChg chg="del">
          <ac:chgData name="Rollin Cai" userId="6f98437947b72287" providerId="LiveId" clId="{FA14C446-FD8D-47A3-BEDD-218C28CBD516}" dt="2025-10-14T13:45:55.540" v="190" actId="478"/>
          <ac:spMkLst>
            <pc:docMk/>
            <pc:sldMk cId="3779973499" sldId="385"/>
            <ac:spMk id="3" creationId="{3E2A662B-7A80-AEB2-B816-FC90787EF2C5}"/>
          </ac:spMkLst>
        </pc:spChg>
        <pc:spChg chg="add mod">
          <ac:chgData name="Rollin Cai" userId="6f98437947b72287" providerId="LiveId" clId="{FA14C446-FD8D-47A3-BEDD-218C28CBD516}" dt="2025-10-14T13:45:54.050" v="189"/>
          <ac:spMkLst>
            <pc:docMk/>
            <pc:sldMk cId="3779973499" sldId="385"/>
            <ac:spMk id="4" creationId="{94312E89-90BD-2286-1375-BAB98C070970}"/>
          </ac:spMkLst>
        </pc:spChg>
        <pc:spChg chg="add mod">
          <ac:chgData name="Rollin Cai" userId="6f98437947b72287" providerId="LiveId" clId="{FA14C446-FD8D-47A3-BEDD-218C28CBD516}" dt="2025-10-14T13:45:54.050" v="189"/>
          <ac:spMkLst>
            <pc:docMk/>
            <pc:sldMk cId="3779973499" sldId="385"/>
            <ac:spMk id="5" creationId="{0DAA82B4-EF23-6FD0-F278-909D71933D60}"/>
          </ac:spMkLst>
        </pc:spChg>
        <pc:spChg chg="add del mod">
          <ac:chgData name="Rollin Cai" userId="6f98437947b72287" providerId="LiveId" clId="{FA14C446-FD8D-47A3-BEDD-218C28CBD516}" dt="2025-10-14T13:46:19.332" v="199" actId="14100"/>
          <ac:spMkLst>
            <pc:docMk/>
            <pc:sldMk cId="3779973499" sldId="385"/>
            <ac:spMk id="8" creationId="{8EB97CE3-F69D-DB06-B225-FF4D3EAA135A}"/>
          </ac:spMkLst>
        </pc:spChg>
        <pc:spChg chg="add del mod">
          <ac:chgData name="Rollin Cai" userId="6f98437947b72287" providerId="LiveId" clId="{FA14C446-FD8D-47A3-BEDD-218C28CBD516}" dt="2025-10-14T13:47:43.292" v="230" actId="255"/>
          <ac:spMkLst>
            <pc:docMk/>
            <pc:sldMk cId="3779973499" sldId="385"/>
            <ac:spMk id="9" creationId="{4BDB776F-A126-DCCC-29B8-A93EE58B5C02}"/>
          </ac:spMkLst>
        </pc:spChg>
        <pc:spChg chg="add del mod">
          <ac:chgData name="Rollin Cai" userId="6f98437947b72287" providerId="LiveId" clId="{FA14C446-FD8D-47A3-BEDD-218C28CBD516}" dt="2025-10-14T13:46:01.425" v="193" actId="478"/>
          <ac:spMkLst>
            <pc:docMk/>
            <pc:sldMk cId="3779973499" sldId="385"/>
            <ac:spMk id="13" creationId="{7C89FA98-21CB-5179-4B9E-CA92DA6E4835}"/>
          </ac:spMkLst>
        </pc:spChg>
        <pc:spChg chg="add del mod">
          <ac:chgData name="Rollin Cai" userId="6f98437947b72287" providerId="LiveId" clId="{FA14C446-FD8D-47A3-BEDD-218C28CBD516}" dt="2025-10-14T13:46:01.425" v="193" actId="478"/>
          <ac:spMkLst>
            <pc:docMk/>
            <pc:sldMk cId="3779973499" sldId="385"/>
            <ac:spMk id="15" creationId="{452A510D-37D0-6163-552E-3B4CB4D23BC1}"/>
          </ac:spMkLst>
        </pc:spChg>
        <pc:picChg chg="add mod">
          <ac:chgData name="Rollin Cai" userId="6f98437947b72287" providerId="LiveId" clId="{FA14C446-FD8D-47A3-BEDD-218C28CBD516}" dt="2025-10-14T13:45:51.437" v="188"/>
          <ac:picMkLst>
            <pc:docMk/>
            <pc:sldMk cId="3779973499" sldId="385"/>
            <ac:picMk id="6" creationId="{E1C32905-0ADD-9B14-1DA2-CE86E778C435}"/>
          </ac:picMkLst>
        </pc:picChg>
        <pc:picChg chg="add mod">
          <ac:chgData name="Rollin Cai" userId="6f98437947b72287" providerId="LiveId" clId="{FA14C446-FD8D-47A3-BEDD-218C28CBD516}" dt="2025-10-14T13:45:51.437" v="188"/>
          <ac:picMkLst>
            <pc:docMk/>
            <pc:sldMk cId="3779973499" sldId="385"/>
            <ac:picMk id="7" creationId="{85C2D61F-CF5D-10D5-8312-F86340CFF395}"/>
          </ac:picMkLst>
        </pc:picChg>
        <pc:picChg chg="add del mod">
          <ac:chgData name="Rollin Cai" userId="6f98437947b72287" providerId="LiveId" clId="{FA14C446-FD8D-47A3-BEDD-218C28CBD516}" dt="2025-10-14T13:46:12.536" v="196" actId="478"/>
          <ac:picMkLst>
            <pc:docMk/>
            <pc:sldMk cId="3779973499" sldId="385"/>
            <ac:picMk id="10" creationId="{1440A4D0-6F8B-6318-F9CF-41E26DA19F88}"/>
          </ac:picMkLst>
        </pc:picChg>
        <pc:picChg chg="add del mod">
          <ac:chgData name="Rollin Cai" userId="6f98437947b72287" providerId="LiveId" clId="{FA14C446-FD8D-47A3-BEDD-218C28CBD516}" dt="2025-10-14T13:46:16.397" v="198" actId="1076"/>
          <ac:picMkLst>
            <pc:docMk/>
            <pc:sldMk cId="3779973499" sldId="385"/>
            <ac:picMk id="11" creationId="{08D149C5-45F4-B336-946D-2E4E6348BDAA}"/>
          </ac:picMkLst>
        </pc:picChg>
        <pc:picChg chg="add mod">
          <ac:chgData name="Rollin Cai" userId="6f98437947b72287" providerId="LiveId" clId="{FA14C446-FD8D-47A3-BEDD-218C28CBD516}" dt="2025-10-14T13:46:48.786" v="202" actId="1076"/>
          <ac:picMkLst>
            <pc:docMk/>
            <pc:sldMk cId="3779973499" sldId="385"/>
            <ac:picMk id="17" creationId="{30CFBF82-E4CD-5FF4-076A-15AAFF9FA378}"/>
          </ac:picMkLst>
        </pc:picChg>
      </pc:sldChg>
      <pc:sldChg chg="addSp delSp modSp add mod">
        <pc:chgData name="Rollin Cai" userId="6f98437947b72287" providerId="LiveId" clId="{FA14C446-FD8D-47A3-BEDD-218C28CBD516}" dt="2025-10-14T13:49:15.094" v="266" actId="1076"/>
        <pc:sldMkLst>
          <pc:docMk/>
          <pc:sldMk cId="2855868475" sldId="386"/>
        </pc:sldMkLst>
        <pc:spChg chg="mod">
          <ac:chgData name="Rollin Cai" userId="6f98437947b72287" providerId="LiveId" clId="{FA14C446-FD8D-47A3-BEDD-218C28CBD516}" dt="2025-10-14T13:48:19.739" v="256" actId="20577"/>
          <ac:spMkLst>
            <pc:docMk/>
            <pc:sldMk cId="2855868475" sldId="386"/>
            <ac:spMk id="9" creationId="{4BDB776F-A126-DCCC-29B8-A93EE58B5C02}"/>
          </ac:spMkLst>
        </pc:spChg>
        <pc:picChg chg="add mod">
          <ac:chgData name="Rollin Cai" userId="6f98437947b72287" providerId="LiveId" clId="{FA14C446-FD8D-47A3-BEDD-218C28CBD516}" dt="2025-10-14T13:49:15.094" v="266" actId="1076"/>
          <ac:picMkLst>
            <pc:docMk/>
            <pc:sldMk cId="2855868475" sldId="386"/>
            <ac:picMk id="3" creationId="{018AC738-FA1F-C101-C3FF-E44631000EDF}"/>
          </ac:picMkLst>
        </pc:picChg>
        <pc:picChg chg="add mod">
          <ac:chgData name="Rollin Cai" userId="6f98437947b72287" providerId="LiveId" clId="{FA14C446-FD8D-47A3-BEDD-218C28CBD516}" dt="2025-10-14T13:49:15.094" v="266" actId="1076"/>
          <ac:picMkLst>
            <pc:docMk/>
            <pc:sldMk cId="2855868475" sldId="386"/>
            <ac:picMk id="5" creationId="{A600B629-400B-2FC1-85AB-6B12DA49F44D}"/>
          </ac:picMkLst>
        </pc:picChg>
        <pc:picChg chg="del">
          <ac:chgData name="Rollin Cai" userId="6f98437947b72287" providerId="LiveId" clId="{FA14C446-FD8D-47A3-BEDD-218C28CBD516}" dt="2025-10-14T13:48:21.274" v="257" actId="478"/>
          <ac:picMkLst>
            <pc:docMk/>
            <pc:sldMk cId="2855868475" sldId="386"/>
            <ac:picMk id="11" creationId="{08D149C5-45F4-B336-946D-2E4E6348BDAA}"/>
          </ac:picMkLst>
        </pc:picChg>
      </pc:sldChg>
      <pc:sldChg chg="addSp delSp modSp add mod">
        <pc:chgData name="Rollin Cai" userId="6f98437947b72287" providerId="LiveId" clId="{FA14C446-FD8D-47A3-BEDD-218C28CBD516}" dt="2025-10-14T13:54:47.299" v="308" actId="1076"/>
        <pc:sldMkLst>
          <pc:docMk/>
          <pc:sldMk cId="2798724313" sldId="387"/>
        </pc:sldMkLst>
        <pc:spChg chg="mod">
          <ac:chgData name="Rollin Cai" userId="6f98437947b72287" providerId="LiveId" clId="{FA14C446-FD8D-47A3-BEDD-218C28CBD516}" dt="2025-10-14T13:54:28.840" v="303" actId="1076"/>
          <ac:spMkLst>
            <pc:docMk/>
            <pc:sldMk cId="2798724313" sldId="387"/>
            <ac:spMk id="2" creationId="{00000000-0000-0000-0000-000000000000}"/>
          </ac:spMkLst>
        </pc:spChg>
        <pc:spChg chg="mod">
          <ac:chgData name="Rollin Cai" userId="6f98437947b72287" providerId="LiveId" clId="{FA14C446-FD8D-47A3-BEDD-218C28CBD516}" dt="2025-10-14T13:54:39.493" v="306" actId="1076"/>
          <ac:spMkLst>
            <pc:docMk/>
            <pc:sldMk cId="2798724313" sldId="387"/>
            <ac:spMk id="3" creationId="{00000000-0000-0000-0000-000000000000}"/>
          </ac:spMkLst>
        </pc:spChg>
        <pc:picChg chg="add mod">
          <ac:chgData name="Rollin Cai" userId="6f98437947b72287" providerId="LiveId" clId="{FA14C446-FD8D-47A3-BEDD-218C28CBD516}" dt="2025-10-14T13:54:47.299" v="308" actId="1076"/>
          <ac:picMkLst>
            <pc:docMk/>
            <pc:sldMk cId="2798724313" sldId="387"/>
            <ac:picMk id="5" creationId="{AD2D8086-A676-7A16-6192-CEDF1995AB81}"/>
          </ac:picMkLst>
        </pc:picChg>
        <pc:picChg chg="del">
          <ac:chgData name="Rollin Cai" userId="6f98437947b72287" providerId="LiveId" clId="{FA14C446-FD8D-47A3-BEDD-218C28CBD516}" dt="2025-10-14T13:52:46.940" v="282" actId="478"/>
          <ac:picMkLst>
            <pc:docMk/>
            <pc:sldMk cId="2798724313" sldId="387"/>
            <ac:picMk id="6" creationId="{7503A48D-439B-3DA9-C762-B57B291639C2}"/>
          </ac:picMkLst>
        </pc:picChg>
      </pc:sldChg>
      <pc:sldChg chg="addSp delSp modSp add mod">
        <pc:chgData name="Rollin Cai" userId="6f98437947b72287" providerId="LiveId" clId="{FA14C446-FD8D-47A3-BEDD-218C28CBD516}" dt="2025-10-14T14:24:35.872" v="530" actId="1076"/>
        <pc:sldMkLst>
          <pc:docMk/>
          <pc:sldMk cId="1129892163" sldId="388"/>
        </pc:sldMkLst>
        <pc:spChg chg="mod">
          <ac:chgData name="Rollin Cai" userId="6f98437947b72287" providerId="LiveId" clId="{FA14C446-FD8D-47A3-BEDD-218C28CBD516}" dt="2025-10-14T14:00:41.708" v="377" actId="20577"/>
          <ac:spMkLst>
            <pc:docMk/>
            <pc:sldMk cId="1129892163" sldId="388"/>
            <ac:spMk id="3" creationId="{00000000-0000-0000-0000-000000000000}"/>
          </ac:spMkLst>
        </pc:spChg>
        <pc:spChg chg="add mod">
          <ac:chgData name="Rollin Cai" userId="6f98437947b72287" providerId="LiveId" clId="{FA14C446-FD8D-47A3-BEDD-218C28CBD516}" dt="2025-10-14T14:24:30.906" v="529" actId="1076"/>
          <ac:spMkLst>
            <pc:docMk/>
            <pc:sldMk cId="1129892163" sldId="388"/>
            <ac:spMk id="10" creationId="{6404EAFC-BB29-D50C-AFDD-31C5C1E6B97B}"/>
          </ac:spMkLst>
        </pc:spChg>
        <pc:spChg chg="add mod">
          <ac:chgData name="Rollin Cai" userId="6f98437947b72287" providerId="LiveId" clId="{FA14C446-FD8D-47A3-BEDD-218C28CBD516}" dt="2025-10-14T14:24:35.872" v="530" actId="1076"/>
          <ac:spMkLst>
            <pc:docMk/>
            <pc:sldMk cId="1129892163" sldId="388"/>
            <ac:spMk id="11" creationId="{F3F5A814-5F94-F03E-49EA-CAB4A201E405}"/>
          </ac:spMkLst>
        </pc:spChg>
        <pc:picChg chg="add mod">
          <ac:chgData name="Rollin Cai" userId="6f98437947b72287" providerId="LiveId" clId="{FA14C446-FD8D-47A3-BEDD-218C28CBD516}" dt="2025-10-14T14:24:30.906" v="529" actId="1076"/>
          <ac:picMkLst>
            <pc:docMk/>
            <pc:sldMk cId="1129892163" sldId="388"/>
            <ac:picMk id="4" creationId="{E448A1EE-01D7-C151-BCC2-29F7F5EF650B}"/>
          </ac:picMkLst>
        </pc:picChg>
        <pc:picChg chg="del">
          <ac:chgData name="Rollin Cai" userId="6f98437947b72287" providerId="LiveId" clId="{FA14C446-FD8D-47A3-BEDD-218C28CBD516}" dt="2025-10-14T14:00:37.913" v="367" actId="478"/>
          <ac:picMkLst>
            <pc:docMk/>
            <pc:sldMk cId="1129892163" sldId="388"/>
            <ac:picMk id="5" creationId="{AD2D8086-A676-7A16-6192-CEDF1995AB81}"/>
          </ac:picMkLst>
        </pc:picChg>
        <pc:picChg chg="add mod">
          <ac:chgData name="Rollin Cai" userId="6f98437947b72287" providerId="LiveId" clId="{FA14C446-FD8D-47A3-BEDD-218C28CBD516}" dt="2025-10-14T14:24:30.906" v="529" actId="1076"/>
          <ac:picMkLst>
            <pc:docMk/>
            <pc:sldMk cId="1129892163" sldId="388"/>
            <ac:picMk id="7" creationId="{13E8F4DD-94D4-61F8-CDCA-E816AED3A09B}"/>
          </ac:picMkLst>
        </pc:picChg>
        <pc:picChg chg="add mod">
          <ac:chgData name="Rollin Cai" userId="6f98437947b72287" providerId="LiveId" clId="{FA14C446-FD8D-47A3-BEDD-218C28CBD516}" dt="2025-10-14T14:24:35.872" v="530" actId="1076"/>
          <ac:picMkLst>
            <pc:docMk/>
            <pc:sldMk cId="1129892163" sldId="388"/>
            <ac:picMk id="9" creationId="{CF3BE7E3-5E3C-2D86-5EE3-BFBC25A9526D}"/>
          </ac:picMkLst>
        </pc:picChg>
      </pc:sldChg>
      <pc:sldChg chg="addSp delSp modSp add mod">
        <pc:chgData name="Rollin Cai" userId="6f98437947b72287" providerId="LiveId" clId="{FA14C446-FD8D-47A3-BEDD-218C28CBD516}" dt="2025-10-14T14:23:28.936" v="503" actId="208"/>
        <pc:sldMkLst>
          <pc:docMk/>
          <pc:sldMk cId="2135961703" sldId="389"/>
        </pc:sldMkLst>
        <pc:spChg chg="mod">
          <ac:chgData name="Rollin Cai" userId="6f98437947b72287" providerId="LiveId" clId="{FA14C446-FD8D-47A3-BEDD-218C28CBD516}" dt="2025-10-14T14:20:51.987" v="472"/>
          <ac:spMkLst>
            <pc:docMk/>
            <pc:sldMk cId="2135961703" sldId="389"/>
            <ac:spMk id="2" creationId="{00000000-0000-0000-0000-000000000000}"/>
          </ac:spMkLst>
        </pc:spChg>
        <pc:spChg chg="del">
          <ac:chgData name="Rollin Cai" userId="6f98437947b72287" providerId="LiveId" clId="{FA14C446-FD8D-47A3-BEDD-218C28CBD516}" dt="2025-10-14T14:16:26.285" v="421" actId="478"/>
          <ac:spMkLst>
            <pc:docMk/>
            <pc:sldMk cId="2135961703" sldId="389"/>
            <ac:spMk id="3" creationId="{00000000-0000-0000-0000-000000000000}"/>
          </ac:spMkLst>
        </pc:spChg>
        <pc:spChg chg="add del mod">
          <ac:chgData name="Rollin Cai" userId="6f98437947b72287" providerId="LiveId" clId="{FA14C446-FD8D-47A3-BEDD-218C28CBD516}" dt="2025-10-14T14:16:29.400" v="422" actId="478"/>
          <ac:spMkLst>
            <pc:docMk/>
            <pc:sldMk cId="2135961703" sldId="389"/>
            <ac:spMk id="6" creationId="{22E0541E-AB6B-C59B-BE00-9E07DAD100BE}"/>
          </ac:spMkLst>
        </pc:spChg>
        <pc:spChg chg="add del mod">
          <ac:chgData name="Rollin Cai" userId="6f98437947b72287" providerId="LiveId" clId="{FA14C446-FD8D-47A3-BEDD-218C28CBD516}" dt="2025-10-14T14:18:24.092" v="439" actId="478"/>
          <ac:spMkLst>
            <pc:docMk/>
            <pc:sldMk cId="2135961703" sldId="389"/>
            <ac:spMk id="14" creationId="{6F2ADE5C-1BF2-D4DD-34E8-1D06D9F34B2F}"/>
          </ac:spMkLst>
        </pc:spChg>
        <pc:spChg chg="add mod">
          <ac:chgData name="Rollin Cai" userId="6f98437947b72287" providerId="LiveId" clId="{FA14C446-FD8D-47A3-BEDD-218C28CBD516}" dt="2025-10-14T14:21:16.741" v="476" actId="207"/>
          <ac:spMkLst>
            <pc:docMk/>
            <pc:sldMk cId="2135961703" sldId="389"/>
            <ac:spMk id="15" creationId="{E6062A19-2E2B-3340-8CB2-CC7A6AF65B2C}"/>
          </ac:spMkLst>
        </pc:spChg>
        <pc:spChg chg="add mod">
          <ac:chgData name="Rollin Cai" userId="6f98437947b72287" providerId="LiveId" clId="{FA14C446-FD8D-47A3-BEDD-218C28CBD516}" dt="2025-10-14T14:21:42.896" v="490" actId="1076"/>
          <ac:spMkLst>
            <pc:docMk/>
            <pc:sldMk cId="2135961703" sldId="389"/>
            <ac:spMk id="18" creationId="{197C00ED-432B-AE50-1CAE-9771A1BE5364}"/>
          </ac:spMkLst>
        </pc:spChg>
        <pc:spChg chg="add del mod">
          <ac:chgData name="Rollin Cai" userId="6f98437947b72287" providerId="LiveId" clId="{FA14C446-FD8D-47A3-BEDD-218C28CBD516}" dt="2025-10-14T14:22:02.551" v="494" actId="11529"/>
          <ac:spMkLst>
            <pc:docMk/>
            <pc:sldMk cId="2135961703" sldId="389"/>
            <ac:spMk id="19" creationId="{20B7E78D-FAF4-550A-1280-84626443544E}"/>
          </ac:spMkLst>
        </pc:spChg>
        <pc:spChg chg="add mod">
          <ac:chgData name="Rollin Cai" userId="6f98437947b72287" providerId="LiveId" clId="{FA14C446-FD8D-47A3-BEDD-218C28CBD516}" dt="2025-10-14T14:22:11.434" v="495" actId="767"/>
          <ac:spMkLst>
            <pc:docMk/>
            <pc:sldMk cId="2135961703" sldId="389"/>
            <ac:spMk id="20" creationId="{56E6471B-DD95-6C11-8601-404C9F57DCE6}"/>
          </ac:spMkLst>
        </pc:spChg>
        <pc:spChg chg="add mod">
          <ac:chgData name="Rollin Cai" userId="6f98437947b72287" providerId="LiveId" clId="{FA14C446-FD8D-47A3-BEDD-218C28CBD516}" dt="2025-10-14T14:23:14.416" v="502" actId="207"/>
          <ac:spMkLst>
            <pc:docMk/>
            <pc:sldMk cId="2135961703" sldId="389"/>
            <ac:spMk id="21" creationId="{6965E26A-A960-6FA7-A179-17C8EF59AE09}"/>
          </ac:spMkLst>
        </pc:spChg>
        <pc:spChg chg="add mod">
          <ac:chgData name="Rollin Cai" userId="6f98437947b72287" providerId="LiveId" clId="{FA14C446-FD8D-47A3-BEDD-218C28CBD516}" dt="2025-10-14T14:23:14.416" v="502" actId="207"/>
          <ac:spMkLst>
            <pc:docMk/>
            <pc:sldMk cId="2135961703" sldId="389"/>
            <ac:spMk id="22" creationId="{E66E88AE-915F-BF3F-CBCE-2B7D173A7A29}"/>
          </ac:spMkLst>
        </pc:spChg>
        <pc:picChg chg="add mod">
          <ac:chgData name="Rollin Cai" userId="6f98437947b72287" providerId="LiveId" clId="{FA14C446-FD8D-47A3-BEDD-218C28CBD516}" dt="2025-10-14T14:18:06.747" v="433" actId="1076"/>
          <ac:picMkLst>
            <pc:docMk/>
            <pc:sldMk cId="2135961703" sldId="389"/>
            <ac:picMk id="4" creationId="{CB4C5241-02C3-1098-796B-45DA7A2A45DE}"/>
          </ac:picMkLst>
        </pc:picChg>
        <pc:picChg chg="del">
          <ac:chgData name="Rollin Cai" userId="6f98437947b72287" providerId="LiveId" clId="{FA14C446-FD8D-47A3-BEDD-218C28CBD516}" dt="2025-10-14T14:16:20.581" v="419" actId="21"/>
          <ac:picMkLst>
            <pc:docMk/>
            <pc:sldMk cId="2135961703" sldId="389"/>
            <ac:picMk id="7" creationId="{CB4C5241-02C3-1098-796B-45DA7A2A45DE}"/>
          </ac:picMkLst>
        </pc:picChg>
        <pc:picChg chg="add mod">
          <ac:chgData name="Rollin Cai" userId="6f98437947b72287" providerId="LiveId" clId="{FA14C446-FD8D-47A3-BEDD-218C28CBD516}" dt="2025-10-14T14:18:10.965" v="435" actId="1076"/>
          <ac:picMkLst>
            <pc:docMk/>
            <pc:sldMk cId="2135961703" sldId="389"/>
            <ac:picMk id="9" creationId="{A1D22F6A-15B5-16D1-B84B-761C24FD5585}"/>
          </ac:picMkLst>
        </pc:picChg>
        <pc:picChg chg="add mod">
          <ac:chgData name="Rollin Cai" userId="6f98437947b72287" providerId="LiveId" clId="{FA14C446-FD8D-47A3-BEDD-218C28CBD516}" dt="2025-10-14T14:18:07.994" v="434" actId="1076"/>
          <ac:picMkLst>
            <pc:docMk/>
            <pc:sldMk cId="2135961703" sldId="389"/>
            <ac:picMk id="11" creationId="{A64607FC-A056-83BE-5862-4B6CD1A86984}"/>
          </ac:picMkLst>
        </pc:picChg>
        <pc:cxnChg chg="add mod">
          <ac:chgData name="Rollin Cai" userId="6f98437947b72287" providerId="LiveId" clId="{FA14C446-FD8D-47A3-BEDD-218C28CBD516}" dt="2025-10-14T14:23:28.936" v="503" actId="208"/>
          <ac:cxnSpMkLst>
            <pc:docMk/>
            <pc:sldMk cId="2135961703" sldId="389"/>
            <ac:cxnSpMk id="13" creationId="{6A65B615-FB0D-AF9F-A7FD-0133D885C58E}"/>
          </ac:cxnSpMkLst>
        </pc:cxnChg>
        <pc:cxnChg chg="add mod">
          <ac:chgData name="Rollin Cai" userId="6f98437947b72287" providerId="LiveId" clId="{FA14C446-FD8D-47A3-BEDD-218C28CBD516}" dt="2025-10-14T14:21:10.338" v="475" actId="208"/>
          <ac:cxnSpMkLst>
            <pc:docMk/>
            <pc:sldMk cId="2135961703" sldId="389"/>
            <ac:cxnSpMk id="17" creationId="{ADE395FF-3340-5998-A755-D430D7C2FBCE}"/>
          </ac:cxnSpMkLst>
        </pc:cxnChg>
      </pc:sldChg>
      <pc:sldChg chg="addSp delSp modSp add mod">
        <pc:chgData name="Rollin Cai" userId="6f98437947b72287" providerId="LiveId" clId="{FA14C446-FD8D-47A3-BEDD-218C28CBD516}" dt="2025-10-14T14:20:55.801" v="473"/>
        <pc:sldMkLst>
          <pc:docMk/>
          <pc:sldMk cId="3391231236" sldId="390"/>
        </pc:sldMkLst>
        <pc:spChg chg="mod">
          <ac:chgData name="Rollin Cai" userId="6f98437947b72287" providerId="LiveId" clId="{FA14C446-FD8D-47A3-BEDD-218C28CBD516}" dt="2025-10-14T14:20:55.801" v="473"/>
          <ac:spMkLst>
            <pc:docMk/>
            <pc:sldMk cId="3391231236" sldId="390"/>
            <ac:spMk id="2" creationId="{00000000-0000-0000-0000-000000000000}"/>
          </ac:spMkLst>
        </pc:spChg>
        <pc:spChg chg="del">
          <ac:chgData name="Rollin Cai" userId="6f98437947b72287" providerId="LiveId" clId="{FA14C446-FD8D-47A3-BEDD-218C28CBD516}" dt="2025-10-14T14:19:19.486" v="459" actId="478"/>
          <ac:spMkLst>
            <pc:docMk/>
            <pc:sldMk cId="3391231236" sldId="390"/>
            <ac:spMk id="15" creationId="{E6062A19-2E2B-3340-8CB2-CC7A6AF65B2C}"/>
          </ac:spMkLst>
        </pc:spChg>
        <pc:picChg chg="del">
          <ac:chgData name="Rollin Cai" userId="6f98437947b72287" providerId="LiveId" clId="{FA14C446-FD8D-47A3-BEDD-218C28CBD516}" dt="2025-10-14T14:19:13.279" v="457" actId="478"/>
          <ac:picMkLst>
            <pc:docMk/>
            <pc:sldMk cId="3391231236" sldId="390"/>
            <ac:picMk id="4" creationId="{CB4C5241-02C3-1098-796B-45DA7A2A45DE}"/>
          </ac:picMkLst>
        </pc:picChg>
        <pc:picChg chg="add mod">
          <ac:chgData name="Rollin Cai" userId="6f98437947b72287" providerId="LiveId" clId="{FA14C446-FD8D-47A3-BEDD-218C28CBD516}" dt="2025-10-14T14:19:39.155" v="463" actId="1076"/>
          <ac:picMkLst>
            <pc:docMk/>
            <pc:sldMk cId="3391231236" sldId="390"/>
            <ac:picMk id="5" creationId="{82D65F82-D67E-B25A-1B11-1DB0C1211BF2}"/>
          </ac:picMkLst>
        </pc:picChg>
        <pc:picChg chg="del">
          <ac:chgData name="Rollin Cai" userId="6f98437947b72287" providerId="LiveId" clId="{FA14C446-FD8D-47A3-BEDD-218C28CBD516}" dt="2025-10-14T14:19:22.385" v="461" actId="478"/>
          <ac:picMkLst>
            <pc:docMk/>
            <pc:sldMk cId="3391231236" sldId="390"/>
            <ac:picMk id="9" creationId="{A1D22F6A-15B5-16D1-B84B-761C24FD5585}"/>
          </ac:picMkLst>
        </pc:picChg>
        <pc:picChg chg="del">
          <ac:chgData name="Rollin Cai" userId="6f98437947b72287" providerId="LiveId" clId="{FA14C446-FD8D-47A3-BEDD-218C28CBD516}" dt="2025-10-14T14:19:16.911" v="458" actId="478"/>
          <ac:picMkLst>
            <pc:docMk/>
            <pc:sldMk cId="3391231236" sldId="390"/>
            <ac:picMk id="11" creationId="{A64607FC-A056-83BE-5862-4B6CD1A86984}"/>
          </ac:picMkLst>
        </pc:picChg>
        <pc:cxnChg chg="del mod">
          <ac:chgData name="Rollin Cai" userId="6f98437947b72287" providerId="LiveId" clId="{FA14C446-FD8D-47A3-BEDD-218C28CBD516}" dt="2025-10-14T14:19:20.941" v="460" actId="478"/>
          <ac:cxnSpMkLst>
            <pc:docMk/>
            <pc:sldMk cId="3391231236" sldId="390"/>
            <ac:cxnSpMk id="13" creationId="{6A65B615-FB0D-AF9F-A7FD-0133D885C58E}"/>
          </ac:cxnSpMkLst>
        </pc:cxnChg>
      </pc:sldChg>
      <pc:sldChg chg="addSp delSp modSp add mod">
        <pc:chgData name="Rollin Cai" userId="6f98437947b72287" providerId="LiveId" clId="{FA14C446-FD8D-47A3-BEDD-218C28CBD516}" dt="2025-10-15T10:13:12.312" v="633" actId="1076"/>
        <pc:sldMkLst>
          <pc:docMk/>
          <pc:sldMk cId="3857792805" sldId="391"/>
        </pc:sldMkLst>
        <pc:spChg chg="mod">
          <ac:chgData name="Rollin Cai" userId="6f98437947b72287" providerId="LiveId" clId="{FA14C446-FD8D-47A3-BEDD-218C28CBD516}" dt="2025-10-15T10:13:09.111" v="632" actId="1076"/>
          <ac:spMkLst>
            <pc:docMk/>
            <pc:sldMk cId="3857792805" sldId="391"/>
            <ac:spMk id="2" creationId="{00000000-0000-0000-0000-000000000000}"/>
          </ac:spMkLst>
        </pc:spChg>
        <pc:spChg chg="del">
          <ac:chgData name="Rollin Cai" userId="6f98437947b72287" providerId="LiveId" clId="{FA14C446-FD8D-47A3-BEDD-218C28CBD516}" dt="2025-10-15T10:10:39.377" v="532" actId="478"/>
          <ac:spMkLst>
            <pc:docMk/>
            <pc:sldMk cId="3857792805" sldId="391"/>
            <ac:spMk id="3" creationId="{00000000-0000-0000-0000-000000000000}"/>
          </ac:spMkLst>
        </pc:spChg>
        <pc:spChg chg="add del mod">
          <ac:chgData name="Rollin Cai" userId="6f98437947b72287" providerId="LiveId" clId="{FA14C446-FD8D-47A3-BEDD-218C28CBD516}" dt="2025-10-15T10:10:43.019" v="533" actId="478"/>
          <ac:spMkLst>
            <pc:docMk/>
            <pc:sldMk cId="3857792805" sldId="391"/>
            <ac:spMk id="6" creationId="{ED0798B0-3957-2799-8764-C39EBEE83B05}"/>
          </ac:spMkLst>
        </pc:spChg>
        <pc:spChg chg="add mod">
          <ac:chgData name="Rollin Cai" userId="6f98437947b72287" providerId="LiveId" clId="{FA14C446-FD8D-47A3-BEDD-218C28CBD516}" dt="2025-10-15T10:13:12.312" v="633" actId="1076"/>
          <ac:spMkLst>
            <pc:docMk/>
            <pc:sldMk cId="3857792805" sldId="391"/>
            <ac:spMk id="7" creationId="{2DDA054C-F44C-ECF1-5744-ED1D6E15E50B}"/>
          </ac:spMkLst>
        </pc:spChg>
        <pc:picChg chg="del">
          <ac:chgData name="Rollin Cai" userId="6f98437947b72287" providerId="LiveId" clId="{FA14C446-FD8D-47A3-BEDD-218C28CBD516}" dt="2025-10-15T10:10:44.461" v="534" actId="478"/>
          <ac:picMkLst>
            <pc:docMk/>
            <pc:sldMk cId="3857792805" sldId="391"/>
            <ac:picMk id="5" creationId="{EA4664FE-AD9B-CE33-8D82-5B246664C95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1D54DB-3B3E-66DB-2B75-ED60C4E67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6EA90DE-175A-AAB8-74A4-AE0AA12396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56E9E5-908A-8DF9-902D-03474DAC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94B77C-46C7-480E-9CA6-CBB5FD07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0EFCA3-217F-CA39-08E7-D6DA13A39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345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37540-2CB8-ED36-A8B7-4F2E4B6E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7017E-FA34-602E-48EA-FF2BF0817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BD4FB2-A2DF-7C02-1B6E-86E9FAC4E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D88FC-3F6F-93DC-5B58-C48B4563E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4BDAFA-F882-14C8-E800-44C686E8C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3241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915CB9-5EF2-4E59-3CFE-62BD87C63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B7A49D-4F15-8350-2413-D69571F2A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0D25E0-8E35-8E72-FB4A-2FBAD62FB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C7B119-91B1-A82E-F8A5-9F05F366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6D1740-2F47-067A-544E-3512D288E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8909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42CAD1-13DF-EC93-BC0F-F7F3D7F69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379081-084A-9D2E-D9C1-43E6E1DF1A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596CD8-DAAC-1A18-629C-718C950EC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E7A28-ADD2-04EB-DEC4-C471A2D23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7D6A07E-2438-C1B9-1024-C4DC87A31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9D6E55-3C55-648E-4F19-8A14C5459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1918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4DA1CC-BF2C-3C98-23F3-2AF71E8E3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F7F42E-A1DC-C585-F21E-E3260E4D9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1E1694-7834-760B-C63C-12426FC327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B1671E-0D0D-28B7-77C1-2C73CF18A0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2FAD29A-10A5-305A-96BE-0B39F764A7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148C669-91EC-DAA8-23FC-FCC7A4298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12BBF39-DEE1-B949-BD78-96EEF61F4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E2C03C5-7C29-9188-CC79-DB2346D01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5674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964B2-A24D-F955-9E7D-5B94C44E2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3FBEACC-A5E1-1B7A-AE51-5A27F526B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67FB31B-B41F-2034-E876-5E8A75F7D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121F2A-03BA-A0C4-8ACD-7D7BE5F9B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342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F676BA2-E0FD-97E3-6D0B-CB61A6D94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2CA440A-7596-E03A-93AB-6D476C65E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BA0B33-1A67-9307-6696-84814A884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2933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7D13E-4EB2-A8FD-C30D-5BE28CDFB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3475A9-9902-46DA-A855-C9CA00422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63D26C-7C39-F422-1331-F0DE55EA8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8808048-43ED-70A9-1E93-877530C4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224DE9-A7AA-0A51-A958-440D027E8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3DDC72-08DB-8153-A6B5-4276F3E51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26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F645-F83B-CDC4-B5FF-D42DEACA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355969-9CCE-BEA5-02D5-DEA34A1716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BA5B82-8618-418D-DD12-CAAF4A6802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F5D1DC4-E5F6-2B1C-5FFA-5C19ED104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275DEC-BB0B-E2FC-6629-D54A3CFD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1E7852D-8F15-44D8-2E29-D198AC2A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531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8DACE0-85C1-88CF-771F-D8F750860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C797AE7-A565-50C0-D09B-41BE0A9338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D70963-A4BF-C08E-2697-38DFA8829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0C8CF-B642-21F6-DDEE-62B2385D3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76362C-CDA5-0ACA-2F55-F50D1FBDF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0380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62723D8-4DAD-9CE2-AEDC-38B43DCD1F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FC8CB3-DA6C-CBB9-E8DC-BCADC9491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6B6B19-3FE4-55D8-C4F3-FA9078349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DB0ED4-2103-AB64-A60B-477A7D1BA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D84973-BBB4-045C-7125-7B66611C7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676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A29456D-F83F-D25E-4ECB-6B627A400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8E6862-695E-A4FB-6857-8B5F4AFD6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795990-F778-C953-EFBF-B20865A7AB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EC742-0FCA-4ADE-9D18-93CBA28A0F6A}" type="datetimeFigureOut">
              <a:rPr lang="zh-CN" altLang="en-US" smtClean="0"/>
              <a:t>2025/10/15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365682-3774-140B-AE72-B02F339FB1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6FBDC-16D8-F5FF-70D0-AC7137B645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7FFEA6-D413-42CB-9E2D-0CAEFC05BF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110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56790" y="579917"/>
            <a:ext cx="7078416" cy="1831890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</a:rPr>
              <a:t>Lec7-recitation </a:t>
            </a:r>
            <a:br>
              <a:rPr lang="en-US" altLang="zh-CN" dirty="0">
                <a:latin typeface="华文中宋" panose="02010600040101010101" charset="-122"/>
                <a:ea typeface="华文中宋" panose="02010600040101010101" charset="-122"/>
              </a:rPr>
            </a:br>
            <a:br>
              <a:rPr lang="en-US" altLang="zh-CN" dirty="0">
                <a:latin typeface="华文中宋" panose="02010600040101010101" charset="-122"/>
                <a:ea typeface="华文中宋" panose="02010600040101010101" charset="-122"/>
              </a:rPr>
            </a:b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</a:rPr>
              <a:t> Machine-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data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2DDA054C-F44C-ECF1-5744-ED1D6E15E50B}"/>
              </a:ext>
            </a:extLst>
          </p:cNvPr>
          <p:cNvSpPr txBox="1">
            <a:spLocks/>
          </p:cNvSpPr>
          <p:nvPr/>
        </p:nvSpPr>
        <p:spPr>
          <a:xfrm>
            <a:off x="5422729" y="4952520"/>
            <a:ext cx="707841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华文中宋" panose="02010600040101010101" charset="-122"/>
                <a:ea typeface="华文中宋" panose="02010600040101010101" charset="-122"/>
              </a:rPr>
              <a:t>才定州</a:t>
            </a:r>
            <a:r>
              <a:rPr lang="zh-CN" altLang="en-US" sz="2800" dirty="0">
                <a:latin typeface="华文中宋" panose="02010600040101010101" charset="-122"/>
                <a:ea typeface="华文中宋" panose="02010600040101010101" charset="-122"/>
              </a:rPr>
              <a:t> </a:t>
            </a:r>
            <a:r>
              <a:rPr lang="en-US" altLang="zh-CN" sz="2800" dirty="0">
                <a:latin typeface="华文中宋" panose="02010600040101010101" charset="-122"/>
                <a:ea typeface="华文中宋" panose="02010600040101010101" charset="-122"/>
              </a:rPr>
              <a:t>2300017832</a:t>
            </a:r>
          </a:p>
          <a:p>
            <a:pPr algn="ctr"/>
            <a:endParaRPr lang="en-US" altLang="zh-CN" sz="2800" dirty="0">
              <a:latin typeface="华文中宋" panose="02010600040101010101" charset="-122"/>
              <a:ea typeface="华文中宋" panose="02010600040101010101" charset="-122"/>
            </a:endParaRPr>
          </a:p>
          <a:p>
            <a:pPr algn="ctr"/>
            <a:r>
              <a:rPr lang="en-US" altLang="zh-CN" sz="2800" dirty="0">
                <a:latin typeface="华文中宋" panose="02010600040101010101" charset="-122"/>
                <a:ea typeface="华文中宋" panose="02010600040101010101" charset="-122"/>
              </a:rPr>
              <a:t>20251015</a:t>
            </a:r>
            <a:endParaRPr lang="zh-CN" altLang="en-US" sz="2800" dirty="0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7792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数组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04696"/>
            <a:ext cx="5936952" cy="2194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地址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=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首地址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+ 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索引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·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元素大小</a:t>
            </a:r>
          </a:p>
          <a:p>
            <a:pPr marL="0" indent="0">
              <a:buNone/>
            </a:pPr>
            <a:endParaRPr lang="zh-CN" altLang="en-US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嵌套数组同理，行优先</a:t>
            </a:r>
          </a:p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索引值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= Ci + j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为每行元素个数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A4664FE-AD9B-CE33-8D82-5B246664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730" y="3752571"/>
            <a:ext cx="9122539" cy="22344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</a:rPr>
              <a:t>指针运算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EC503B8-78E9-782C-0C4E-81A228341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895" y="1690688"/>
            <a:ext cx="10296209" cy="474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075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</a:rPr>
              <a:t>指针运算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假设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是类型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的指针，值分别为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en-US" altLang="zh-CN" baseline="-25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en-US" altLang="zh-CN" baseline="-25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 dirty="0" err="1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是整数则：</a:t>
            </a:r>
          </a:p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+ </a:t>
            </a:r>
            <a:r>
              <a:rPr lang="en-US" altLang="zh-CN" dirty="0" err="1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的值为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</a:t>
            </a:r>
            <a:r>
              <a:rPr lang="en-US" altLang="zh-CN" baseline="-250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+ </a:t>
            </a:r>
            <a:r>
              <a:rPr lang="en-US" altLang="zh-CN" dirty="0" err="1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i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* </a:t>
            </a:r>
            <a:r>
              <a:rPr lang="en-US" altLang="zh-CN" dirty="0" err="1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sizeof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(T)</a:t>
            </a:r>
          </a:p>
          <a:p>
            <a:pPr marL="0" indent="0">
              <a:buNone/>
            </a:pP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A</a:t>
            </a:r>
            <a:r>
              <a:rPr lang="en-US" altLang="zh-CN" baseline="-250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- A</a:t>
            </a:r>
            <a:r>
              <a:rPr lang="en-US" altLang="zh-CN" baseline="-250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的值为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(p</a:t>
            </a:r>
            <a:r>
              <a:rPr lang="en-US" altLang="zh-CN" baseline="-250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- p</a:t>
            </a:r>
            <a:r>
              <a:rPr lang="en-US" altLang="zh-CN" baseline="-250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) / </a:t>
            </a:r>
            <a:r>
              <a:rPr lang="en-US" altLang="zh-CN" dirty="0" err="1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sizeof</a:t>
            </a: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(T)</a:t>
            </a:r>
            <a:endParaRPr lang="zh-CN" altLang="en-US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0509C5C-2522-5FFE-9637-7E3DC2711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971" y="3606601"/>
            <a:ext cx="8365143" cy="2978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嵌套数组（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Nested Arrays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435309" cy="893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声明如下：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A53C95F-983D-D154-0407-2612EAF32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967" y="2987143"/>
            <a:ext cx="9612066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671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嵌套数组（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Nested Arrays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435309" cy="12244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寻址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126A206-26B8-2136-B970-6920CC536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744" y="3050046"/>
            <a:ext cx="10190219" cy="228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203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定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长数组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47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</a:t>
            </a: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声明如下：</a:t>
            </a:r>
            <a:endParaRPr lang="zh-CN" altLang="en-US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A3E8E72-FB44-6F65-879F-3DE78FA9A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913" y="2736508"/>
            <a:ext cx="9760173" cy="30392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EB97CE3-F69D-DB06-B225-FF4D3EAA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58031" cy="13255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定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长数组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BDB776F-A126-DCCC-29B8-A93EE58B5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972506" cy="647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</a:t>
            </a: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计算</a:t>
            </a:r>
            <a:r>
              <a:rPr lang="en-US" altLang="zh-CN" dirty="0" err="1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AB</a:t>
            </a:r>
            <a:r>
              <a:rPr lang="en-US" altLang="zh-CN" sz="1800" dirty="0" err="1"/>
              <a:t>i,j</a:t>
            </a:r>
            <a:r>
              <a:rPr lang="en-US" altLang="zh-CN" sz="1800" dirty="0"/>
              <a:t> </a:t>
            </a:r>
            <a:endParaRPr lang="zh-CN" altLang="en-US" sz="1800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8D149C5-45F4-B336-946D-2E4E6348B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285" y="365125"/>
            <a:ext cx="6964925" cy="6155178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0CFBF82-E4CD-5FF4-076A-15AAFF9FA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60" y="3180740"/>
            <a:ext cx="2410161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973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EB97CE3-F69D-DB06-B225-FF4D3EAA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58031" cy="13255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定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长数组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BDB776F-A126-DCCC-29B8-A93EE58B5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972506" cy="64755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zh-CN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-Assembly</a:t>
            </a:r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endParaRPr lang="zh-CN" altLang="en-US" sz="1800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0CFBF82-E4CD-5FF4-076A-15AAFF9F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60" y="3180740"/>
            <a:ext cx="2410161" cy="523948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018AC738-FA1F-C101-C3FF-E44631000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064" y="1046322"/>
            <a:ext cx="8035444" cy="342607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600B629-400B-2FC1-85AB-6B12DA49F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064" y="4385885"/>
            <a:ext cx="6464721" cy="136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868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0577"/>
            <a:ext cx="2445048" cy="13255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变长数组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6"/>
            <a:ext cx="8023502" cy="9912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n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在参数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A[n][n]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之前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503A48D-439B-3DA9-C762-B57B29163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51" y="2522271"/>
            <a:ext cx="8001098" cy="381069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3F493E6-31AC-99AC-C122-85F287AB7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71" y="667390"/>
            <a:ext cx="5734847" cy="914527"/>
          </a:xfrm>
          <a:prstGeom prst="rect">
            <a:avLst/>
          </a:prstGeom>
        </p:spPr>
      </p:pic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8F836BA-8891-CD47-5496-710F8B0D339A}"/>
              </a:ext>
            </a:extLst>
          </p:cNvPr>
          <p:cNvCxnSpPr/>
          <p:nvPr/>
        </p:nvCxnSpPr>
        <p:spPr>
          <a:xfrm>
            <a:off x="8266421" y="1386942"/>
            <a:ext cx="816210" cy="607555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F0F8DD0E-B644-0ABF-5DA2-F2D7273E2098}"/>
              </a:ext>
            </a:extLst>
          </p:cNvPr>
          <p:cNvSpPr txBox="1"/>
          <p:nvPr/>
        </p:nvSpPr>
        <p:spPr>
          <a:xfrm>
            <a:off x="9008988" y="1932137"/>
            <a:ext cx="1988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华文中宋" panose="02010600040101010101" charset="-122"/>
                <a:ea typeface="华文中宋" panose="02010600040101010101" charset="-122"/>
              </a:rPr>
              <a:t>本来是不支持的</a:t>
            </a:r>
            <a:endParaRPr lang="zh-CN" alt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8277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变长数组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700799"/>
            <a:ext cx="4384313" cy="13255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必须用乘法指令计算地址</a:t>
            </a:r>
            <a:endParaRPr lang="en-US" altLang="zh-CN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>
              <a:buFontTx/>
              <a:buChar char="-"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不能用移位和加法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D2D8086-A676-7A16-6192-CEDF1995A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82" y="2302683"/>
            <a:ext cx="6815582" cy="419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72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变长数组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700799"/>
            <a:ext cx="4384313" cy="13255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小插曲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448A1EE-01D7-C151-BCC2-29F7F5EF6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042" y="446826"/>
            <a:ext cx="7220958" cy="131463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3E8F4DD-94D4-61F8-CDCA-E816AED3A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336" y="1967596"/>
            <a:ext cx="4991797" cy="178142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F3BE7E3-5E3C-2D86-5EE3-BFBC25A95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5" y="4549808"/>
            <a:ext cx="6063301" cy="169415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6404EAFC-BB29-D50C-AFDD-31C5C1E6B97B}"/>
              </a:ext>
            </a:extLst>
          </p:cNvPr>
          <p:cNvSpPr txBox="1"/>
          <p:nvPr/>
        </p:nvSpPr>
        <p:spPr>
          <a:xfrm>
            <a:off x="4181937" y="20971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太痛了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F5A814-5F94-F03E-49EA-CAB4A201E405}"/>
              </a:ext>
            </a:extLst>
          </p:cNvPr>
          <p:cNvSpPr txBox="1"/>
          <p:nvPr/>
        </p:nvSpPr>
        <p:spPr>
          <a:xfrm>
            <a:off x="564596" y="3955157"/>
            <a:ext cx="3737380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latin typeface="华文中宋" panose="02010600040101010101" charset="-122"/>
                <a:ea typeface="华文中宋" panose="02010600040101010101" charset="-122"/>
              </a:rPr>
              <a:t>Suppose to be</a:t>
            </a:r>
            <a:r>
              <a:rPr lang="zh-CN" altLang="en-US" sz="2800" dirty="0">
                <a:latin typeface="华文中宋" panose="02010600040101010101" charset="-122"/>
                <a:ea typeface="华文中宋" panose="02010600040101010101" charset="-122"/>
              </a:rPr>
              <a:t>（？）</a:t>
            </a:r>
          </a:p>
        </p:txBody>
      </p:sp>
    </p:spTree>
    <p:extLst>
      <p:ext uri="{BB962C8B-B14F-4D97-AF65-F5344CB8AC3E}">
        <p14:creationId xmlns:p14="http://schemas.microsoft.com/office/powerpoint/2010/main" val="1129892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</a:rPr>
              <a:t>结构 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</a:t>
            </a:r>
            <a:endParaRPr lang="zh-CN" altLang="en-US" dirty="0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7575507" cy="28568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zh-CN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数据对齐：</a:t>
            </a:r>
          </a:p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类型的对象地址必须为</a:t>
            </a:r>
            <a:r>
              <a:rPr lang="en-US" altLang="zh-CN" dirty="0" err="1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sizeof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(T)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的倍数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</a:t>
            </a:r>
          </a:p>
          <a:p>
            <a:pPr marL="0" indent="0">
              <a:buNone/>
            </a:pP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struct/union</a:t>
            </a:r>
            <a:r>
              <a:rPr lang="zh-CN" altLang="en-US" dirty="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整体对齐到最大的成员</a:t>
            </a:r>
            <a:endParaRPr lang="en-US" altLang="zh-CN" dirty="0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825854" cy="1325563"/>
          </a:xfrm>
        </p:spPr>
        <p:txBody>
          <a:bodyPr/>
          <a:lstStyle/>
          <a:p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</a:rPr>
              <a:t>结构 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</a:t>
            </a:r>
            <a:endParaRPr lang="zh-CN" altLang="en-US" dirty="0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B4C5241-02C3-1098-796B-45DA7A2A4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64" y="716485"/>
            <a:ext cx="2896004" cy="21053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1D22F6A-15B5-16D1-B84B-761C24FD5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449" y="4090464"/>
            <a:ext cx="11126753" cy="199100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64607FC-A056-83BE-5862-4B6CD1A869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449" y="2169278"/>
            <a:ext cx="4753638" cy="1181265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A65B615-FB0D-AF9F-A7FD-0133D885C58E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5038405" y="3350543"/>
            <a:ext cx="1105421" cy="739921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标题 1">
            <a:extLst>
              <a:ext uri="{FF2B5EF4-FFF2-40B4-BE49-F238E27FC236}">
                <a16:creationId xmlns:a16="http://schemas.microsoft.com/office/drawing/2014/main" id="{E6062A19-2E2B-3340-8CB2-CC7A6AF65B2C}"/>
              </a:ext>
            </a:extLst>
          </p:cNvPr>
          <p:cNvSpPr txBox="1">
            <a:spLocks/>
          </p:cNvSpPr>
          <p:nvPr/>
        </p:nvSpPr>
        <p:spPr>
          <a:xfrm>
            <a:off x="5604835" y="3195047"/>
            <a:ext cx="724581" cy="609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solidFill>
                  <a:srgbClr val="00B0F0"/>
                </a:solidFill>
                <a:latin typeface="华文中宋" panose="02010600040101010101" charset="-122"/>
                <a:ea typeface="华文中宋" panose="02010600040101010101" charset="-122"/>
              </a:rPr>
              <a:t>ok</a:t>
            </a:r>
            <a:endParaRPr lang="zh-CN" altLang="en-US" sz="3600" dirty="0">
              <a:solidFill>
                <a:srgbClr val="00B0F0"/>
              </a:solidFill>
              <a:latin typeface="华文中宋" panose="02010600040101010101" charset="-122"/>
              <a:ea typeface="华文中宋" panose="02010600040101010101" charset="-122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ADE395FF-3340-5998-A755-D430D7C2FBCE}"/>
              </a:ext>
            </a:extLst>
          </p:cNvPr>
          <p:cNvCxnSpPr/>
          <p:nvPr/>
        </p:nvCxnSpPr>
        <p:spPr>
          <a:xfrm flipV="1">
            <a:off x="2276795" y="3301659"/>
            <a:ext cx="853031" cy="23504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标题 1">
            <a:extLst>
              <a:ext uri="{FF2B5EF4-FFF2-40B4-BE49-F238E27FC236}">
                <a16:creationId xmlns:a16="http://schemas.microsoft.com/office/drawing/2014/main" id="{197C00ED-432B-AE50-1CAE-9771A1BE5364}"/>
              </a:ext>
            </a:extLst>
          </p:cNvPr>
          <p:cNvSpPr txBox="1">
            <a:spLocks/>
          </p:cNvSpPr>
          <p:nvPr/>
        </p:nvSpPr>
        <p:spPr>
          <a:xfrm>
            <a:off x="1665448" y="3524348"/>
            <a:ext cx="1222693" cy="609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</a:rPr>
              <a:t>Not ok</a:t>
            </a:r>
            <a:endParaRPr lang="zh-CN" altLang="en-US" sz="3600" dirty="0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6965E26A-A960-6FA7-A179-17C8EF59AE09}"/>
              </a:ext>
            </a:extLst>
          </p:cNvPr>
          <p:cNvSpPr/>
          <p:nvPr/>
        </p:nvSpPr>
        <p:spPr>
          <a:xfrm>
            <a:off x="705745" y="5553906"/>
            <a:ext cx="45719" cy="527561"/>
          </a:xfrm>
          <a:prstGeom prst="leftBrac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E66E88AE-915F-BF3F-CBCE-2B7D173A7A29}"/>
              </a:ext>
            </a:extLst>
          </p:cNvPr>
          <p:cNvSpPr/>
          <p:nvPr/>
        </p:nvSpPr>
        <p:spPr>
          <a:xfrm>
            <a:off x="3129826" y="5553906"/>
            <a:ext cx="45719" cy="527561"/>
          </a:xfrm>
          <a:prstGeom prst="rightBrac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961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825854" cy="1325563"/>
          </a:xfrm>
        </p:spPr>
        <p:txBody>
          <a:bodyPr/>
          <a:lstStyle/>
          <a:p>
            <a:r>
              <a:rPr lang="zh-CN" altLang="en-US" dirty="0">
                <a:latin typeface="华文中宋" panose="02010600040101010101" charset="-122"/>
                <a:ea typeface="华文中宋" panose="02010600040101010101" charset="-122"/>
              </a:rPr>
              <a:t>结构 </a:t>
            </a:r>
            <a:r>
              <a:rPr lang="en-US" altLang="zh-CN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</a:t>
            </a:r>
            <a:endParaRPr lang="zh-CN" altLang="en-US" dirty="0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2D65F82-D67E-B25A-1B11-1DB0C1211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08" y="2486895"/>
            <a:ext cx="11174384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31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223</Words>
  <Application>Microsoft Office PowerPoint</Application>
  <PresentationFormat>宽屏</PresentationFormat>
  <Paragraphs>43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华文中宋</vt:lpstr>
      <vt:lpstr>Arial</vt:lpstr>
      <vt:lpstr>Office 主题​​</vt:lpstr>
      <vt:lpstr>Lec7-recitation    Machine-data</vt:lpstr>
      <vt:lpstr>数组</vt:lpstr>
      <vt:lpstr>指针运算</vt:lpstr>
      <vt:lpstr>指针运算</vt:lpstr>
      <vt:lpstr>嵌套数组（Nested Arrays）</vt:lpstr>
      <vt:lpstr>嵌套数组（Nested Arrays）</vt:lpstr>
      <vt:lpstr>定长数组</vt:lpstr>
      <vt:lpstr>定长数组</vt:lpstr>
      <vt:lpstr>定长数组</vt:lpstr>
      <vt:lpstr>变长数组</vt:lpstr>
      <vt:lpstr>变长数组</vt:lpstr>
      <vt:lpstr>变长数组</vt:lpstr>
      <vt:lpstr>结构 struct</vt:lpstr>
      <vt:lpstr>结构 struct</vt:lpstr>
      <vt:lpstr>结构 struct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Rollin Cai</dc:creator>
  <cp:lastModifiedBy>Rollin Cai</cp:lastModifiedBy>
  <cp:revision>1</cp:revision>
  <dcterms:created xsi:type="dcterms:W3CDTF">2025-10-14T12:35:04Z</dcterms:created>
  <dcterms:modified xsi:type="dcterms:W3CDTF">2025-10-15T10:13:14Z</dcterms:modified>
</cp:coreProperties>
</file>