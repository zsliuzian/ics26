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403" r:id="rId4"/>
    <p:sldId id="396" r:id="rId5"/>
    <p:sldId id="372" r:id="rId6"/>
    <p:sldId id="407" r:id="rId7"/>
    <p:sldId id="373" r:id="rId8"/>
    <p:sldId id="408" r:id="rId9"/>
    <p:sldId id="404" r:id="rId10"/>
    <p:sldId id="338" r:id="rId11"/>
    <p:sldId id="374" r:id="rId12"/>
    <p:sldId id="342" r:id="rId13"/>
    <p:sldId id="409" r:id="rId14"/>
    <p:sldId id="377" r:id="rId15"/>
    <p:sldId id="380" r:id="rId16"/>
    <p:sldId id="379" r:id="rId17"/>
    <p:sldId id="381" r:id="rId18"/>
    <p:sldId id="392" r:id="rId19"/>
    <p:sldId id="395" r:id="rId20"/>
    <p:sldId id="382" r:id="rId22"/>
    <p:sldId id="402" r:id="rId23"/>
    <p:sldId id="406" r:id="rId24"/>
    <p:sldId id="405" r:id="rId25"/>
    <p:sldId id="410" r:id="rId26"/>
    <p:sldId id="332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Week4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2026.9.30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Lec6: Machine Prog: Procedures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过程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930265" cy="421322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运行时栈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从高地址向低地址增长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参数的顺序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（参数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7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在栈顶）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参数无论大小均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en-US" alt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8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字节对齐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P 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的帧中参数是调用 Q 使用的参数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P 的返回地址属于 P 的栈帧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200" y="327660"/>
            <a:ext cx="4070350" cy="6116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过程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6035" y="1778635"/>
            <a:ext cx="9768205" cy="3702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过程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975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局部数据必须存放在内存中的情况：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、寄存器不足够存放所有数据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、对局部变量使用地址运算符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&amp;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，必须为它产生地址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、局部变量是数组或结构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局部数据不需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8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字节对齐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00" y="3531870"/>
            <a:ext cx="5542915" cy="3015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过程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97515" cy="421322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被调用者保存：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%rbx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%rbp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%r12~%r15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调用者保存：其他所有寄存器除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保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存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即需要负责恢复寄存器中的数据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调用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Q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，则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是调用者，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Q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是被调用者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Q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可以使用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%rbx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%rbp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%r12~%r15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，但需在返回前恢复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其他（除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%rsp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）需由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自行保存，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Q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可以任意使用，不负责恢复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43455" y="93980"/>
            <a:ext cx="7835265" cy="67005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55" y="93980"/>
            <a:ext cx="7890510" cy="6708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Lec7: Machine Prog: Data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首地址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+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索引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·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元素大小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嵌套数组同理，行优先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索引值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= Ci + j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为每行元素个数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数组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变长数组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n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在参数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A[n][n]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之前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必须用乘法指令计算地址，不能用移位和加法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0450" y="3429000"/>
            <a:ext cx="7530465" cy="12103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295" y="4643755"/>
            <a:ext cx="9352915" cy="703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结构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/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联合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227945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struct / union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数据对齐：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类型的对象地址必须为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sizeof(T)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的倍数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struct/union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整体对齐到最大的成员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46300" y="1480185"/>
            <a:ext cx="7899400" cy="43154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0" y="1480185"/>
            <a:ext cx="7912100" cy="4350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指针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假设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是类型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的指针，值分别为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p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是整数则：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+ i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的值为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+ i * sizeof(T)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A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- A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的值为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(p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2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- p</a:t>
            </a:r>
            <a:r>
              <a:rPr lang="en-US" altLang="zh-CN" baseline="-25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1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) / sizeof(T)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3668395"/>
            <a:ext cx="9676765" cy="25965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指针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函数指针</a:t>
            </a:r>
            <a:endParaRPr 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int *f()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：函数，返回值为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*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int (*f)()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：函数指针，指向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()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7"/>
          <p:cNvSpPr/>
          <p:nvPr>
            <p:ph idx="1"/>
          </p:nvPr>
        </p:nvSpPr>
        <p:spPr>
          <a:xfrm>
            <a:off x="838200" y="4878070"/>
            <a:ext cx="10515600" cy="1608455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；一个数组，元素类型为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*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（指向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类型的指针）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；一个指针，指向一个长为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数组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4266" b="34926"/>
          <a:stretch>
            <a:fillRect/>
          </a:stretch>
        </p:blipFill>
        <p:spPr>
          <a:xfrm>
            <a:off x="1289367" y="1463721"/>
            <a:ext cx="9614535" cy="3413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8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内容占位符 7"/>
          <p:cNvSpPr/>
          <p:nvPr>
            <p:ph idx="1"/>
          </p:nvPr>
        </p:nvSpPr>
        <p:spPr>
          <a:xfrm>
            <a:off x="838200" y="4878070"/>
            <a:ext cx="10515600" cy="1608455"/>
          </a:xfrm>
        </p:spPr>
        <p:txBody>
          <a:bodyPr/>
          <a:p>
            <a:pPr marL="0" indent="0"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5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一个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数组，元素类型为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(*)()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（指向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()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的指针）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一个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数组，元素类型为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(*)[5]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（指向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[5]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的指针）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4266" b="34926"/>
          <a:stretch>
            <a:fillRect/>
          </a:stretch>
        </p:blipFill>
        <p:spPr>
          <a:xfrm>
            <a:off x="1289367" y="1463721"/>
            <a:ext cx="9614535" cy="3413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8" grpI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45" y="1691005"/>
            <a:ext cx="10160000" cy="26454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530" y="1535430"/>
            <a:ext cx="9751695" cy="2660650"/>
          </a:xfrm>
          <a:prstGeom prst="rect">
            <a:avLst/>
          </a:prstGeom>
        </p:spPr>
      </p:pic>
      <p:sp>
        <p:nvSpPr>
          <p:cNvPr id="8" name="内容占位符 7"/>
          <p:cNvSpPr/>
          <p:nvPr>
            <p:ph idx="1"/>
          </p:nvPr>
        </p:nvSpPr>
        <p:spPr>
          <a:xfrm>
            <a:off x="838200" y="4258310"/>
            <a:ext cx="10515600" cy="2228215"/>
          </a:xfrm>
        </p:spPr>
        <p:txBody>
          <a:bodyPr/>
          <a:p>
            <a:pPr marL="0" indent="0"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、长为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数组；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（即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A1[0]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）；无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、长为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int*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数组；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*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（即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A2[0]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）；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（即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*A2[0]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、指向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int [3]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的指针；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[3]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8" grpI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1653540"/>
            <a:ext cx="5031105" cy="3359150"/>
          </a:xfrm>
          <a:prstGeom prst="rect">
            <a:avLst/>
          </a:prstGeom>
        </p:spPr>
      </p:pic>
      <p:sp>
        <p:nvSpPr>
          <p:cNvPr id="8" name="内容占位符 7"/>
          <p:cNvSpPr/>
          <p:nvPr>
            <p:ph idx="1"/>
          </p:nvPr>
        </p:nvSpPr>
        <p:spPr>
          <a:xfrm>
            <a:off x="6998970" y="1431925"/>
            <a:ext cx="4354830" cy="4959350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12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函数中的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理解为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*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8" grpI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1825625"/>
            <a:ext cx="10515600" cy="46780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44320"/>
            <a:ext cx="5441315" cy="4897120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6412865" y="1449070"/>
            <a:ext cx="5067935" cy="5181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1、4+6+2+(1+3)+4=20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2、p 是 8 个元素的指针数组；*p 是数组 p 第一个位置的值，即是一个指针；**p 是该指针指向的值，即 struct student *[4]，长为 4 的指针数组，大小 4*8=32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3、p 是指针数组，指针类型大小为 8，差值 2*8=16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4、无论是什么类型，最终都会除以类型大小，故为 4</a:t>
            </a:r>
            <a:endParaRPr 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缓冲区溢出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如何实现攻击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（关于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 attacklab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sym typeface="+mn-ea"/>
              </a:rPr>
              <a:t>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对抗的方法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变长栈帧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为什么需要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如何管理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浮点代码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相关寄存器的使用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sym typeface="+mn-ea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3415" cy="4351655"/>
          </a:xfrm>
        </p:spPr>
        <p:txBody>
          <a:bodyPr/>
          <a:p>
            <a:pPr marL="0" indent="0"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</a:rPr>
              <a:t>2021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期中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汇编大题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</Words>
  <Application>WPS 演示</Application>
  <PresentationFormat>宽屏</PresentationFormat>
  <Paragraphs>135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Week4</vt:lpstr>
      <vt:lpstr>Lec6: Machine Prog: Procedures</vt:lpstr>
      <vt:lpstr>过程</vt:lpstr>
      <vt:lpstr>过程</vt:lpstr>
      <vt:lpstr>过程</vt:lpstr>
      <vt:lpstr>过程</vt:lpstr>
      <vt:lpstr>练习</vt:lpstr>
      <vt:lpstr>Lec7: Machine Prog: Data</vt:lpstr>
      <vt:lpstr>数组</vt:lpstr>
      <vt:lpstr>数组</vt:lpstr>
      <vt:lpstr>结构 / 联合</vt:lpstr>
      <vt:lpstr>练习</vt:lpstr>
      <vt:lpstr>指针</vt:lpstr>
      <vt:lpstr>指针</vt:lpstr>
      <vt:lpstr>练习</vt:lpstr>
      <vt:lpstr>练习</vt:lpstr>
      <vt:lpstr>练习</vt:lpstr>
      <vt:lpstr>练习</vt:lpstr>
      <vt:lpstr>练习</vt:lpstr>
      <vt:lpstr>知识前瞻</vt:lpstr>
      <vt:lpstr>知识前瞻</vt:lpstr>
      <vt:lpstr>知识前瞻</vt:lpstr>
      <vt:lpstr>练习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326</cp:revision>
  <dcterms:created xsi:type="dcterms:W3CDTF">2023-08-09T12:44:00Z</dcterms:created>
  <dcterms:modified xsi:type="dcterms:W3CDTF">2026-09-30T12:33:09Z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0FFB374EF87741258E9EC42A4DEF22FC_13</vt:lpwstr>
  </property>
</Properties>
</file>