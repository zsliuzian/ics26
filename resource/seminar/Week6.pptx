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402" r:id="rId4"/>
    <p:sldId id="384" r:id="rId5"/>
    <p:sldId id="385" r:id="rId6"/>
    <p:sldId id="386" r:id="rId7"/>
    <p:sldId id="403" r:id="rId8"/>
    <p:sldId id="388" r:id="rId9"/>
    <p:sldId id="389" r:id="rId10"/>
    <p:sldId id="390" r:id="rId11"/>
    <p:sldId id="391" r:id="rId12"/>
    <p:sldId id="398" r:id="rId13"/>
    <p:sldId id="399" r:id="rId14"/>
    <p:sldId id="400" r:id="rId15"/>
    <p:sldId id="401" r:id="rId16"/>
    <p:sldId id="33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Week6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2026.10.14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035" y="1746885"/>
            <a:ext cx="10362565" cy="1454150"/>
          </a:xfrm>
        </p:spPr>
        <p:txBody>
          <a:bodyPr/>
          <a:p>
            <a:r>
              <a:rPr lang="en-US" altLang="zh-CN" sz="4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Lec8: Machine Prog: Advanced</a:t>
            </a:r>
            <a:endParaRPr lang="en-US" altLang="zh-CN" sz="4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内存排布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249930" cy="467804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</a:t>
            </a:r>
            <a:r>
              <a:rPr 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</a:t>
            </a: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独立</a:t>
            </a:r>
            <a:endParaRPr 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堆向上增长</a:t>
            </a:r>
            <a:endParaRPr 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栈向下增长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只读数据区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720" y="812800"/>
            <a:ext cx="7762875" cy="555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缓冲区溢出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098415" cy="4678045"/>
          </a:xfrm>
        </p:spPr>
        <p:txBody>
          <a:bodyPr>
            <a:normAutofit lnSpcReduction="10000"/>
          </a:bodyPr>
          <a:p>
            <a:pPr marL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字符串长度超过了分配的长度，对栈中其他内容造成破坏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fgets 等函数会限制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待读入的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最大字节数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strcpy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strcat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sprintf 等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函数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不限制目标缓冲区的大小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4430" y="1691005"/>
            <a:ext cx="5547360" cy="3694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对抗缓冲区溢出攻击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4965" cy="4678045"/>
          </a:xfrm>
        </p:spPr>
        <p:txBody>
          <a:bodyPr>
            <a:normAutofit lnSpcReduction="10000"/>
          </a:bodyPr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、栈随机化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攻击字符串需要包含指向攻击代码的指针，但随机化后地址无法预测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“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空操作雪橇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插入在攻击代码前（攻击代码地址范围变大）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、栈破坏检测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“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金丝雀值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endParaRPr lang="en-US" altLang="zh-CN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、限制可执行代码区域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如限制栈中代码不可执行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685" y="1433830"/>
            <a:ext cx="9241155" cy="51206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0" y="1433830"/>
            <a:ext cx="9128125" cy="512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ROP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攻击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4965" cy="4678045"/>
          </a:xfrm>
        </p:spPr>
        <p:txBody>
          <a:bodyPr>
            <a:normAutofit lnSpcReduction="10000"/>
          </a:bodyPr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把含有</a:t>
            </a:r>
            <a:r>
              <a:rPr lang="en-US" altLang="zh-CN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ret 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的多条指令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放在栈上某返回地址开始的连续内存中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不一定是与代码本身含义一致的完整指令（截取部分机器码）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" y="2789555"/>
            <a:ext cx="5038090" cy="2543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880" y="3519805"/>
            <a:ext cx="6590030" cy="258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格式化字符串漏洞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*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2800" y="1406525"/>
            <a:ext cx="7884160" cy="5178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变长栈帧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偏移量相对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%rsp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不固定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使用帧指针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%rbp，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指向函数栈的顶端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0" y="3335020"/>
            <a:ext cx="5272405" cy="2748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35800" y="850265"/>
            <a:ext cx="4712970" cy="5443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变长栈帧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%rbp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当做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被调用者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保存寄存器来处理即可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leave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指令等价于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movq %rbp, %rsp ; popq %rbp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4960620"/>
            <a:ext cx="10511790" cy="7918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3418205"/>
            <a:ext cx="9205595" cy="1129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浮点代码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%xmm0~%xmm7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传递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8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个参数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%xmm0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返回值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所有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XMM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寄存器都是调用者保存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定义新的指令集体系结构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Y86-64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x86-64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的简化（区别？）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指令格式与对应编码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硬件单元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组合逻辑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存储器和时钟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指令顺序实现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五阶段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不同指令每个阶段的实现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每个阶段在不同指令上的共性与差异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WPS 演示</Application>
  <PresentationFormat>宽屏</PresentationFormat>
  <Paragraphs>78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ICS小班 Week6</vt:lpstr>
      <vt:lpstr>Lec8: Machine Prog: Advanced</vt:lpstr>
      <vt:lpstr>内存排布</vt:lpstr>
      <vt:lpstr>缓冲区溢出</vt:lpstr>
      <vt:lpstr>对抗缓冲区溢出攻击</vt:lpstr>
      <vt:lpstr>练习</vt:lpstr>
      <vt:lpstr>ROP 攻击</vt:lpstr>
      <vt:lpstr>格式化字符串漏洞*</vt:lpstr>
      <vt:lpstr>变长栈帧</vt:lpstr>
      <vt:lpstr>变长栈帧</vt:lpstr>
      <vt:lpstr>浮点代码</vt:lpstr>
      <vt:lpstr>知识前瞻</vt:lpstr>
      <vt:lpstr>知识前瞻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293</cp:revision>
  <dcterms:created xsi:type="dcterms:W3CDTF">2023-08-09T12:44:00Z</dcterms:created>
  <dcterms:modified xsi:type="dcterms:W3CDTF">2026-10-14T12:00:14Z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0FFB374EF87741258E9EC42A4DEF22FC_13</vt:lpwstr>
  </property>
</Properties>
</file>